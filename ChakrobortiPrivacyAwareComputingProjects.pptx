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63" r:id="rId2"/>
    <p:sldId id="273" r:id="rId3"/>
    <p:sldId id="358" r:id="rId4"/>
    <p:sldId id="383" r:id="rId5"/>
    <p:sldId id="385" r:id="rId6"/>
    <p:sldId id="392" r:id="rId7"/>
    <p:sldId id="386" r:id="rId8"/>
    <p:sldId id="384" r:id="rId9"/>
    <p:sldId id="393" r:id="rId10"/>
    <p:sldId id="382" r:id="rId11"/>
    <p:sldId id="398" r:id="rId12"/>
    <p:sldId id="399" r:id="rId13"/>
    <p:sldId id="400" r:id="rId14"/>
    <p:sldId id="401" r:id="rId15"/>
    <p:sldId id="402" r:id="rId16"/>
    <p:sldId id="403" r:id="rId17"/>
    <p:sldId id="404" r:id="rId18"/>
    <p:sldId id="299" r:id="rId19"/>
    <p:sldId id="361" r:id="rId20"/>
    <p:sldId id="388" r:id="rId21"/>
    <p:sldId id="389" r:id="rId22"/>
    <p:sldId id="390" r:id="rId23"/>
    <p:sldId id="391" r:id="rId24"/>
    <p:sldId id="360" r:id="rId25"/>
    <p:sldId id="387" r:id="rId26"/>
    <p:sldId id="31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E7A896-CA4C-AEB1-A041-3CE5BF316297}" name="Vignesh Sathia" initials="" userId="S::spandian1@student.gsu.edu::77b37f86-dbc1-40c9-a807-392ff2a5a248" providerId="AD"/>
  <p188:author id="{3BC32AEC-5E72-0FD2-36D0-C7070CACAED5}" name="Ruchir Namjoshi" initials="RN" userId="S::rnamjoshi1@student.gsu.edu::2d592e41-f812-46ae-a134-84059c984f8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3F6D"/>
    <a:srgbClr val="050301"/>
    <a:srgbClr val="F9EBF9"/>
    <a:srgbClr val="EDD9F4"/>
    <a:srgbClr val="DABBE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D94231-C66B-D74C-90B0-D426FAD7D583}" v="13" dt="2025-12-04T02:41:46.655"/>
    <p1510:client id="{DAF5B6FE-610F-70AD-F21F-5F2E7B74CA20}" v="494" dt="2025-12-04T06:07:00.9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6670C3-5ED1-6B4D-A5C8-77CE49339A9A}" type="doc">
      <dgm:prSet loTypeId="urn:microsoft.com/office/officeart/2005/8/layout/hChevron3" loCatId="" qsTypeId="urn:microsoft.com/office/officeart/2005/8/quickstyle/simple2" qsCatId="simple" csTypeId="urn:microsoft.com/office/officeart/2005/8/colors/accent0_3" csCatId="mainScheme" phldr="1"/>
      <dgm:spPr/>
    </dgm:pt>
    <dgm:pt modelId="{01147598-BC22-7742-8F83-1DCC0A2403CA}">
      <dgm:prSet phldrT="[Text]"/>
      <dgm:spPr>
        <a:solidFill>
          <a:srgbClr val="173F6D"/>
        </a:solidFill>
      </dgm:spPr>
      <dgm:t>
        <a:bodyPr/>
        <a:lstStyle/>
        <a:p>
          <a:r>
            <a:rPr lang="en-GB"/>
            <a:t>Section 1</a:t>
          </a:r>
        </a:p>
      </dgm:t>
    </dgm:pt>
    <dgm:pt modelId="{BFB56930-0155-1E4A-BD9C-1225EC041408}" type="parTrans" cxnId="{038718F0-6B0F-5B44-9E1B-17B4680A7900}">
      <dgm:prSet/>
      <dgm:spPr/>
      <dgm:t>
        <a:bodyPr/>
        <a:lstStyle/>
        <a:p>
          <a:endParaRPr lang="en-GB"/>
        </a:p>
      </dgm:t>
    </dgm:pt>
    <dgm:pt modelId="{D13E9C04-FF59-B643-8B9D-EC7E82AE759B}" type="sibTrans" cxnId="{038718F0-6B0F-5B44-9E1B-17B4680A7900}">
      <dgm:prSet/>
      <dgm:spPr/>
      <dgm:t>
        <a:bodyPr/>
        <a:lstStyle/>
        <a:p>
          <a:endParaRPr lang="en-GB"/>
        </a:p>
      </dgm:t>
    </dgm:pt>
    <dgm:pt modelId="{124C90FD-A1BA-DE49-93A9-3647D399B261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1.1</a:t>
          </a:r>
        </a:p>
      </dgm:t>
    </dgm:pt>
    <dgm:pt modelId="{DD7A76D4-3677-4845-9D81-6C65BFF3888E}" type="parTrans" cxnId="{98B93CAB-0524-4047-A49A-66CBA76BB961}">
      <dgm:prSet/>
      <dgm:spPr/>
      <dgm:t>
        <a:bodyPr/>
        <a:lstStyle/>
        <a:p>
          <a:endParaRPr lang="en-GB"/>
        </a:p>
      </dgm:t>
    </dgm:pt>
    <dgm:pt modelId="{E396D823-59CB-E84C-9E69-157682A45104}" type="sibTrans" cxnId="{98B93CAB-0524-4047-A49A-66CBA76BB961}">
      <dgm:prSet/>
      <dgm:spPr/>
      <dgm:t>
        <a:bodyPr/>
        <a:lstStyle/>
        <a:p>
          <a:endParaRPr lang="en-GB"/>
        </a:p>
      </dgm:t>
    </dgm:pt>
    <dgm:pt modelId="{4A5EBC7F-4169-964C-A437-CDE4041301E8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1.2</a:t>
          </a:r>
        </a:p>
      </dgm:t>
    </dgm:pt>
    <dgm:pt modelId="{8B39A774-5561-D047-9655-3A5B9E0A289E}" type="parTrans" cxnId="{B5CBAFF4-33FA-7D45-8E46-FF540B317003}">
      <dgm:prSet/>
      <dgm:spPr/>
      <dgm:t>
        <a:bodyPr/>
        <a:lstStyle/>
        <a:p>
          <a:endParaRPr lang="en-GB"/>
        </a:p>
      </dgm:t>
    </dgm:pt>
    <dgm:pt modelId="{B482DBF1-22D2-704A-A9A1-7E4E4914A2A5}" type="sibTrans" cxnId="{B5CBAFF4-33FA-7D45-8E46-FF540B317003}">
      <dgm:prSet/>
      <dgm:spPr/>
      <dgm:t>
        <a:bodyPr/>
        <a:lstStyle/>
        <a:p>
          <a:endParaRPr lang="en-GB"/>
        </a:p>
      </dgm:t>
    </dgm:pt>
    <dgm:pt modelId="{AACCC11B-B5AD-EA42-AEF0-286A408DF97F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2</a:t>
          </a:r>
        </a:p>
      </dgm:t>
    </dgm:pt>
    <dgm:pt modelId="{8905F668-4541-7848-A1D5-F4DD5655AB83}" type="parTrans" cxnId="{C8FAD256-0F04-8B46-ACF5-00C3D4EFBFA5}">
      <dgm:prSet/>
      <dgm:spPr/>
      <dgm:t>
        <a:bodyPr/>
        <a:lstStyle/>
        <a:p>
          <a:endParaRPr lang="en-GB"/>
        </a:p>
      </dgm:t>
    </dgm:pt>
    <dgm:pt modelId="{FA8C1720-C86E-DA4E-885D-F12E45F2D101}" type="sibTrans" cxnId="{C8FAD256-0F04-8B46-ACF5-00C3D4EFBFA5}">
      <dgm:prSet/>
      <dgm:spPr/>
      <dgm:t>
        <a:bodyPr/>
        <a:lstStyle/>
        <a:p>
          <a:endParaRPr lang="en-GB"/>
        </a:p>
      </dgm:t>
    </dgm:pt>
    <dgm:pt modelId="{C40863D6-6D6D-2549-B8A3-89C630D8D623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2.1</a:t>
          </a:r>
        </a:p>
      </dgm:t>
    </dgm:pt>
    <dgm:pt modelId="{20C264D0-FCC7-4C4F-98C3-2EDE950DDF4E}" type="parTrans" cxnId="{F1DB87F5-BA31-F244-BD15-37D2F01C325C}">
      <dgm:prSet/>
      <dgm:spPr/>
      <dgm:t>
        <a:bodyPr/>
        <a:lstStyle/>
        <a:p>
          <a:endParaRPr lang="en-GB"/>
        </a:p>
      </dgm:t>
    </dgm:pt>
    <dgm:pt modelId="{CF43ECA2-08E9-1F41-AC2E-50F72471DD7C}" type="sibTrans" cxnId="{F1DB87F5-BA31-F244-BD15-37D2F01C325C}">
      <dgm:prSet/>
      <dgm:spPr/>
      <dgm:t>
        <a:bodyPr/>
        <a:lstStyle/>
        <a:p>
          <a:endParaRPr lang="en-GB"/>
        </a:p>
      </dgm:t>
    </dgm:pt>
    <dgm:pt modelId="{D4875111-490F-1D4F-B7B1-06E672B43ECB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2.2</a:t>
          </a:r>
        </a:p>
      </dgm:t>
    </dgm:pt>
    <dgm:pt modelId="{C9196F4E-1BA3-D146-BA7E-A0C55B404161}" type="parTrans" cxnId="{26F10A5A-E801-9448-9A98-49D1FE196CD7}">
      <dgm:prSet/>
      <dgm:spPr/>
      <dgm:t>
        <a:bodyPr/>
        <a:lstStyle/>
        <a:p>
          <a:endParaRPr lang="en-GB"/>
        </a:p>
      </dgm:t>
    </dgm:pt>
    <dgm:pt modelId="{5AD291D1-E0B6-9B48-B059-98C77842BD50}" type="sibTrans" cxnId="{26F10A5A-E801-9448-9A98-49D1FE196CD7}">
      <dgm:prSet/>
      <dgm:spPr/>
      <dgm:t>
        <a:bodyPr/>
        <a:lstStyle/>
        <a:p>
          <a:endParaRPr lang="en-GB"/>
        </a:p>
      </dgm:t>
    </dgm:pt>
    <dgm:pt modelId="{B146519D-436B-B742-BB1F-07CFD86D1B09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3</a:t>
          </a:r>
        </a:p>
      </dgm:t>
    </dgm:pt>
    <dgm:pt modelId="{74FAA5B7-786D-2849-9AA4-F62AA25ADA9B}" type="parTrans" cxnId="{14F5DBED-DC3D-DB41-819F-BF2FC9E8DB7D}">
      <dgm:prSet/>
      <dgm:spPr/>
      <dgm:t>
        <a:bodyPr/>
        <a:lstStyle/>
        <a:p>
          <a:endParaRPr lang="en-GB"/>
        </a:p>
      </dgm:t>
    </dgm:pt>
    <dgm:pt modelId="{F9D2470F-0256-4045-839F-61EC15FEA083}" type="sibTrans" cxnId="{14F5DBED-DC3D-DB41-819F-BF2FC9E8DB7D}">
      <dgm:prSet/>
      <dgm:spPr/>
      <dgm:t>
        <a:bodyPr/>
        <a:lstStyle/>
        <a:p>
          <a:endParaRPr lang="en-GB"/>
        </a:p>
      </dgm:t>
    </dgm:pt>
    <dgm:pt modelId="{B7468D0C-BAF4-9241-8156-ABE69FA660C9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4</a:t>
          </a:r>
        </a:p>
      </dgm:t>
    </dgm:pt>
    <dgm:pt modelId="{4D0372A3-CFFC-164C-A8F8-03877DA72D8F}" type="parTrans" cxnId="{9D756DA1-87DD-1440-9817-6C19E0D4A613}">
      <dgm:prSet/>
      <dgm:spPr/>
      <dgm:t>
        <a:bodyPr/>
        <a:lstStyle/>
        <a:p>
          <a:endParaRPr lang="en-GB"/>
        </a:p>
      </dgm:t>
    </dgm:pt>
    <dgm:pt modelId="{BD567386-F146-034B-B9F3-E426C057D417}" type="sibTrans" cxnId="{9D756DA1-87DD-1440-9817-6C19E0D4A613}">
      <dgm:prSet/>
      <dgm:spPr/>
      <dgm:t>
        <a:bodyPr/>
        <a:lstStyle/>
        <a:p>
          <a:endParaRPr lang="en-GB"/>
        </a:p>
      </dgm:t>
    </dgm:pt>
    <dgm:pt modelId="{510EEC00-9EDD-E94C-9287-16C3238143C7}" type="pres">
      <dgm:prSet presAssocID="{9A6670C3-5ED1-6B4D-A5C8-77CE49339A9A}" presName="Name0" presStyleCnt="0">
        <dgm:presLayoutVars>
          <dgm:dir/>
          <dgm:resizeHandles val="exact"/>
        </dgm:presLayoutVars>
      </dgm:prSet>
      <dgm:spPr/>
    </dgm:pt>
    <dgm:pt modelId="{EAD19D87-AB43-CE43-A09B-6BF226EB9FD6}" type="pres">
      <dgm:prSet presAssocID="{01147598-BC22-7742-8F83-1DCC0A2403CA}" presName="parTxOnly" presStyleLbl="node1" presStyleIdx="0" presStyleCnt="8">
        <dgm:presLayoutVars>
          <dgm:bulletEnabled val="1"/>
        </dgm:presLayoutVars>
      </dgm:prSet>
      <dgm:spPr/>
    </dgm:pt>
    <dgm:pt modelId="{0A167477-DAD5-BE4E-A5E7-1E4EBC3EF82B}" type="pres">
      <dgm:prSet presAssocID="{D13E9C04-FF59-B643-8B9D-EC7E82AE759B}" presName="parSpace" presStyleCnt="0"/>
      <dgm:spPr/>
    </dgm:pt>
    <dgm:pt modelId="{0EEFF695-B66A-744D-BA5B-63629739D0CD}" type="pres">
      <dgm:prSet presAssocID="{124C90FD-A1BA-DE49-93A9-3647D399B261}" presName="parTxOnly" presStyleLbl="node1" presStyleIdx="1" presStyleCnt="8">
        <dgm:presLayoutVars>
          <dgm:bulletEnabled val="1"/>
        </dgm:presLayoutVars>
      </dgm:prSet>
      <dgm:spPr/>
    </dgm:pt>
    <dgm:pt modelId="{59CF5D09-54F3-EE4D-B92B-CBDB0202B343}" type="pres">
      <dgm:prSet presAssocID="{E396D823-59CB-E84C-9E69-157682A45104}" presName="parSpace" presStyleCnt="0"/>
      <dgm:spPr/>
    </dgm:pt>
    <dgm:pt modelId="{68DE4F6C-30ED-AB4C-AE3E-C0AAAA7D55B8}" type="pres">
      <dgm:prSet presAssocID="{4A5EBC7F-4169-964C-A437-CDE4041301E8}" presName="parTxOnly" presStyleLbl="node1" presStyleIdx="2" presStyleCnt="8">
        <dgm:presLayoutVars>
          <dgm:bulletEnabled val="1"/>
        </dgm:presLayoutVars>
      </dgm:prSet>
      <dgm:spPr/>
    </dgm:pt>
    <dgm:pt modelId="{0094D06D-6AEA-6E45-B3D4-3377D5A83D7F}" type="pres">
      <dgm:prSet presAssocID="{B482DBF1-22D2-704A-A9A1-7E4E4914A2A5}" presName="parSpace" presStyleCnt="0"/>
      <dgm:spPr/>
    </dgm:pt>
    <dgm:pt modelId="{B9FFAD97-B7D5-AF49-A24B-3280233A1C7D}" type="pres">
      <dgm:prSet presAssocID="{AACCC11B-B5AD-EA42-AEF0-286A408DF97F}" presName="parTxOnly" presStyleLbl="node1" presStyleIdx="3" presStyleCnt="8">
        <dgm:presLayoutVars>
          <dgm:bulletEnabled val="1"/>
        </dgm:presLayoutVars>
      </dgm:prSet>
      <dgm:spPr/>
    </dgm:pt>
    <dgm:pt modelId="{716B1CAA-5A98-3E49-A5F2-420190B166C3}" type="pres">
      <dgm:prSet presAssocID="{FA8C1720-C86E-DA4E-885D-F12E45F2D101}" presName="parSpace" presStyleCnt="0"/>
      <dgm:spPr/>
    </dgm:pt>
    <dgm:pt modelId="{9B9FA178-DDC6-1D4A-9DCA-E60EBDA2C771}" type="pres">
      <dgm:prSet presAssocID="{C40863D6-6D6D-2549-B8A3-89C630D8D623}" presName="parTxOnly" presStyleLbl="node1" presStyleIdx="4" presStyleCnt="8">
        <dgm:presLayoutVars>
          <dgm:bulletEnabled val="1"/>
        </dgm:presLayoutVars>
      </dgm:prSet>
      <dgm:spPr/>
    </dgm:pt>
    <dgm:pt modelId="{22F31A78-E440-4749-A21A-15A3756FBDD5}" type="pres">
      <dgm:prSet presAssocID="{CF43ECA2-08E9-1F41-AC2E-50F72471DD7C}" presName="parSpace" presStyleCnt="0"/>
      <dgm:spPr/>
    </dgm:pt>
    <dgm:pt modelId="{EE005953-7D82-9945-A799-B1668F6191BD}" type="pres">
      <dgm:prSet presAssocID="{D4875111-490F-1D4F-B7B1-06E672B43ECB}" presName="parTxOnly" presStyleLbl="node1" presStyleIdx="5" presStyleCnt="8">
        <dgm:presLayoutVars>
          <dgm:bulletEnabled val="1"/>
        </dgm:presLayoutVars>
      </dgm:prSet>
      <dgm:spPr/>
    </dgm:pt>
    <dgm:pt modelId="{B0EB5937-DAB6-FE4D-B6D1-9B141F76E783}" type="pres">
      <dgm:prSet presAssocID="{5AD291D1-E0B6-9B48-B059-98C77842BD50}" presName="parSpace" presStyleCnt="0"/>
      <dgm:spPr/>
    </dgm:pt>
    <dgm:pt modelId="{B6B00CE4-0DE5-314A-80EB-298E24207DD6}" type="pres">
      <dgm:prSet presAssocID="{B146519D-436B-B742-BB1F-07CFD86D1B09}" presName="parTxOnly" presStyleLbl="node1" presStyleIdx="6" presStyleCnt="8">
        <dgm:presLayoutVars>
          <dgm:bulletEnabled val="1"/>
        </dgm:presLayoutVars>
      </dgm:prSet>
      <dgm:spPr/>
    </dgm:pt>
    <dgm:pt modelId="{A1105B4B-BAA3-D94D-A67A-28B6F769A0D2}" type="pres">
      <dgm:prSet presAssocID="{F9D2470F-0256-4045-839F-61EC15FEA083}" presName="parSpace" presStyleCnt="0"/>
      <dgm:spPr/>
    </dgm:pt>
    <dgm:pt modelId="{E3B654DF-8808-3943-8DE7-041390E9BEAE}" type="pres">
      <dgm:prSet presAssocID="{B7468D0C-BAF4-9241-8156-ABE69FA660C9}" presName="parTxOnly" presStyleLbl="node1" presStyleIdx="7" presStyleCnt="8">
        <dgm:presLayoutVars>
          <dgm:bulletEnabled val="1"/>
        </dgm:presLayoutVars>
      </dgm:prSet>
      <dgm:spPr/>
    </dgm:pt>
  </dgm:ptLst>
  <dgm:cxnLst>
    <dgm:cxn modelId="{FC135C0B-33CC-CD40-B464-7DC3C8C7765B}" type="presOf" srcId="{B7468D0C-BAF4-9241-8156-ABE69FA660C9}" destId="{E3B654DF-8808-3943-8DE7-041390E9BEAE}" srcOrd="0" destOrd="0" presId="urn:microsoft.com/office/officeart/2005/8/layout/hChevron3"/>
    <dgm:cxn modelId="{6EDC8934-9BC0-2D40-AF02-CFDE0A4F6169}" type="presOf" srcId="{4A5EBC7F-4169-964C-A437-CDE4041301E8}" destId="{68DE4F6C-30ED-AB4C-AE3E-C0AAAA7D55B8}" srcOrd="0" destOrd="0" presId="urn:microsoft.com/office/officeart/2005/8/layout/hChevron3"/>
    <dgm:cxn modelId="{82E0505E-76C9-8E44-A9A0-679424F81AA4}" type="presOf" srcId="{AACCC11B-B5AD-EA42-AEF0-286A408DF97F}" destId="{B9FFAD97-B7D5-AF49-A24B-3280233A1C7D}" srcOrd="0" destOrd="0" presId="urn:microsoft.com/office/officeart/2005/8/layout/hChevron3"/>
    <dgm:cxn modelId="{854FA342-1417-D24A-B336-AB7FF2707C81}" type="presOf" srcId="{B146519D-436B-B742-BB1F-07CFD86D1B09}" destId="{B6B00CE4-0DE5-314A-80EB-298E24207DD6}" srcOrd="0" destOrd="0" presId="urn:microsoft.com/office/officeart/2005/8/layout/hChevron3"/>
    <dgm:cxn modelId="{C8FAD256-0F04-8B46-ACF5-00C3D4EFBFA5}" srcId="{9A6670C3-5ED1-6B4D-A5C8-77CE49339A9A}" destId="{AACCC11B-B5AD-EA42-AEF0-286A408DF97F}" srcOrd="3" destOrd="0" parTransId="{8905F668-4541-7848-A1D5-F4DD5655AB83}" sibTransId="{FA8C1720-C86E-DA4E-885D-F12E45F2D101}"/>
    <dgm:cxn modelId="{5C117758-635D-8043-91CF-1B06B156B912}" type="presOf" srcId="{124C90FD-A1BA-DE49-93A9-3647D399B261}" destId="{0EEFF695-B66A-744D-BA5B-63629739D0CD}" srcOrd="0" destOrd="0" presId="urn:microsoft.com/office/officeart/2005/8/layout/hChevron3"/>
    <dgm:cxn modelId="{26F10A5A-E801-9448-9A98-49D1FE196CD7}" srcId="{9A6670C3-5ED1-6B4D-A5C8-77CE49339A9A}" destId="{D4875111-490F-1D4F-B7B1-06E672B43ECB}" srcOrd="5" destOrd="0" parTransId="{C9196F4E-1BA3-D146-BA7E-A0C55B404161}" sibTransId="{5AD291D1-E0B6-9B48-B059-98C77842BD50}"/>
    <dgm:cxn modelId="{9D756DA1-87DD-1440-9817-6C19E0D4A613}" srcId="{9A6670C3-5ED1-6B4D-A5C8-77CE49339A9A}" destId="{B7468D0C-BAF4-9241-8156-ABE69FA660C9}" srcOrd="7" destOrd="0" parTransId="{4D0372A3-CFFC-164C-A8F8-03877DA72D8F}" sibTransId="{BD567386-F146-034B-B9F3-E426C057D417}"/>
    <dgm:cxn modelId="{98B93CAB-0524-4047-A49A-66CBA76BB961}" srcId="{9A6670C3-5ED1-6B4D-A5C8-77CE49339A9A}" destId="{124C90FD-A1BA-DE49-93A9-3647D399B261}" srcOrd="1" destOrd="0" parTransId="{DD7A76D4-3677-4845-9D81-6C65BFF3888E}" sibTransId="{E396D823-59CB-E84C-9E69-157682A45104}"/>
    <dgm:cxn modelId="{D35502BE-65F2-0041-B8DE-1EB85FC00C8B}" type="presOf" srcId="{C40863D6-6D6D-2549-B8A3-89C630D8D623}" destId="{9B9FA178-DDC6-1D4A-9DCA-E60EBDA2C771}" srcOrd="0" destOrd="0" presId="urn:microsoft.com/office/officeart/2005/8/layout/hChevron3"/>
    <dgm:cxn modelId="{BB67C9DA-66D1-164B-A2B7-850B585E55DA}" type="presOf" srcId="{D4875111-490F-1D4F-B7B1-06E672B43ECB}" destId="{EE005953-7D82-9945-A799-B1668F6191BD}" srcOrd="0" destOrd="0" presId="urn:microsoft.com/office/officeart/2005/8/layout/hChevron3"/>
    <dgm:cxn modelId="{5764C7E0-4ED6-7B4C-87E4-AB54D6822029}" type="presOf" srcId="{9A6670C3-5ED1-6B4D-A5C8-77CE49339A9A}" destId="{510EEC00-9EDD-E94C-9287-16C3238143C7}" srcOrd="0" destOrd="0" presId="urn:microsoft.com/office/officeart/2005/8/layout/hChevron3"/>
    <dgm:cxn modelId="{14F5DBED-DC3D-DB41-819F-BF2FC9E8DB7D}" srcId="{9A6670C3-5ED1-6B4D-A5C8-77CE49339A9A}" destId="{B146519D-436B-B742-BB1F-07CFD86D1B09}" srcOrd="6" destOrd="0" parTransId="{74FAA5B7-786D-2849-9AA4-F62AA25ADA9B}" sibTransId="{F9D2470F-0256-4045-839F-61EC15FEA083}"/>
    <dgm:cxn modelId="{038718F0-6B0F-5B44-9E1B-17B4680A7900}" srcId="{9A6670C3-5ED1-6B4D-A5C8-77CE49339A9A}" destId="{01147598-BC22-7742-8F83-1DCC0A2403CA}" srcOrd="0" destOrd="0" parTransId="{BFB56930-0155-1E4A-BD9C-1225EC041408}" sibTransId="{D13E9C04-FF59-B643-8B9D-EC7E82AE759B}"/>
    <dgm:cxn modelId="{B5CBAFF4-33FA-7D45-8E46-FF540B317003}" srcId="{9A6670C3-5ED1-6B4D-A5C8-77CE49339A9A}" destId="{4A5EBC7F-4169-964C-A437-CDE4041301E8}" srcOrd="2" destOrd="0" parTransId="{8B39A774-5561-D047-9655-3A5B9E0A289E}" sibTransId="{B482DBF1-22D2-704A-A9A1-7E4E4914A2A5}"/>
    <dgm:cxn modelId="{F1DB87F5-BA31-F244-BD15-37D2F01C325C}" srcId="{9A6670C3-5ED1-6B4D-A5C8-77CE49339A9A}" destId="{C40863D6-6D6D-2549-B8A3-89C630D8D623}" srcOrd="4" destOrd="0" parTransId="{20C264D0-FCC7-4C4F-98C3-2EDE950DDF4E}" sibTransId="{CF43ECA2-08E9-1F41-AC2E-50F72471DD7C}"/>
    <dgm:cxn modelId="{0D4DD9FA-FFC5-BF4E-A465-A31BAF55077E}" type="presOf" srcId="{01147598-BC22-7742-8F83-1DCC0A2403CA}" destId="{EAD19D87-AB43-CE43-A09B-6BF226EB9FD6}" srcOrd="0" destOrd="0" presId="urn:microsoft.com/office/officeart/2005/8/layout/hChevron3"/>
    <dgm:cxn modelId="{B7E7017E-A6A4-C64A-953F-769636725A19}" type="presParOf" srcId="{510EEC00-9EDD-E94C-9287-16C3238143C7}" destId="{EAD19D87-AB43-CE43-A09B-6BF226EB9FD6}" srcOrd="0" destOrd="0" presId="urn:microsoft.com/office/officeart/2005/8/layout/hChevron3"/>
    <dgm:cxn modelId="{0AC3E30C-A950-4B4D-B567-02F3EF5BC09C}" type="presParOf" srcId="{510EEC00-9EDD-E94C-9287-16C3238143C7}" destId="{0A167477-DAD5-BE4E-A5E7-1E4EBC3EF82B}" srcOrd="1" destOrd="0" presId="urn:microsoft.com/office/officeart/2005/8/layout/hChevron3"/>
    <dgm:cxn modelId="{F2ED7444-3611-2E4C-9A8A-8ECCE4DD6B40}" type="presParOf" srcId="{510EEC00-9EDD-E94C-9287-16C3238143C7}" destId="{0EEFF695-B66A-744D-BA5B-63629739D0CD}" srcOrd="2" destOrd="0" presId="urn:microsoft.com/office/officeart/2005/8/layout/hChevron3"/>
    <dgm:cxn modelId="{97A52F03-1E02-294E-ACD8-96DE3E5F5198}" type="presParOf" srcId="{510EEC00-9EDD-E94C-9287-16C3238143C7}" destId="{59CF5D09-54F3-EE4D-B92B-CBDB0202B343}" srcOrd="3" destOrd="0" presId="urn:microsoft.com/office/officeart/2005/8/layout/hChevron3"/>
    <dgm:cxn modelId="{098D1560-F78F-3D4B-88F3-5D99E6402445}" type="presParOf" srcId="{510EEC00-9EDD-E94C-9287-16C3238143C7}" destId="{68DE4F6C-30ED-AB4C-AE3E-C0AAAA7D55B8}" srcOrd="4" destOrd="0" presId="urn:microsoft.com/office/officeart/2005/8/layout/hChevron3"/>
    <dgm:cxn modelId="{3DB10F46-87A6-9C42-AD3E-0F7228F9657E}" type="presParOf" srcId="{510EEC00-9EDD-E94C-9287-16C3238143C7}" destId="{0094D06D-6AEA-6E45-B3D4-3377D5A83D7F}" srcOrd="5" destOrd="0" presId="urn:microsoft.com/office/officeart/2005/8/layout/hChevron3"/>
    <dgm:cxn modelId="{EA36B222-5719-A249-87A3-CE73560B8D28}" type="presParOf" srcId="{510EEC00-9EDD-E94C-9287-16C3238143C7}" destId="{B9FFAD97-B7D5-AF49-A24B-3280233A1C7D}" srcOrd="6" destOrd="0" presId="urn:microsoft.com/office/officeart/2005/8/layout/hChevron3"/>
    <dgm:cxn modelId="{D3F04440-BFD3-4942-827E-BA92E951FCBE}" type="presParOf" srcId="{510EEC00-9EDD-E94C-9287-16C3238143C7}" destId="{716B1CAA-5A98-3E49-A5F2-420190B166C3}" srcOrd="7" destOrd="0" presId="urn:microsoft.com/office/officeart/2005/8/layout/hChevron3"/>
    <dgm:cxn modelId="{DAC7810C-799E-C545-8BFA-EDF53340F083}" type="presParOf" srcId="{510EEC00-9EDD-E94C-9287-16C3238143C7}" destId="{9B9FA178-DDC6-1D4A-9DCA-E60EBDA2C771}" srcOrd="8" destOrd="0" presId="urn:microsoft.com/office/officeart/2005/8/layout/hChevron3"/>
    <dgm:cxn modelId="{FBD9F9D2-08A2-EA49-8F7D-AD44ABEFB035}" type="presParOf" srcId="{510EEC00-9EDD-E94C-9287-16C3238143C7}" destId="{22F31A78-E440-4749-A21A-15A3756FBDD5}" srcOrd="9" destOrd="0" presId="urn:microsoft.com/office/officeart/2005/8/layout/hChevron3"/>
    <dgm:cxn modelId="{DF81F0A5-F81D-A647-9746-B0CEAB845CF6}" type="presParOf" srcId="{510EEC00-9EDD-E94C-9287-16C3238143C7}" destId="{EE005953-7D82-9945-A799-B1668F6191BD}" srcOrd="10" destOrd="0" presId="urn:microsoft.com/office/officeart/2005/8/layout/hChevron3"/>
    <dgm:cxn modelId="{08263F4B-1C7A-8B47-8B01-D6E55E54705D}" type="presParOf" srcId="{510EEC00-9EDD-E94C-9287-16C3238143C7}" destId="{B0EB5937-DAB6-FE4D-B6D1-9B141F76E783}" srcOrd="11" destOrd="0" presId="urn:microsoft.com/office/officeart/2005/8/layout/hChevron3"/>
    <dgm:cxn modelId="{8DC2B314-A357-CD46-9958-6D1FCE204BF4}" type="presParOf" srcId="{510EEC00-9EDD-E94C-9287-16C3238143C7}" destId="{B6B00CE4-0DE5-314A-80EB-298E24207DD6}" srcOrd="12" destOrd="0" presId="urn:microsoft.com/office/officeart/2005/8/layout/hChevron3"/>
    <dgm:cxn modelId="{7E0A9CE1-C8CA-2F4C-8EEC-5093F0D566A9}" type="presParOf" srcId="{510EEC00-9EDD-E94C-9287-16C3238143C7}" destId="{A1105B4B-BAA3-D94D-A67A-28B6F769A0D2}" srcOrd="13" destOrd="0" presId="urn:microsoft.com/office/officeart/2005/8/layout/hChevron3"/>
    <dgm:cxn modelId="{597F07DE-94C6-8148-958E-2B3092679A31}" type="presParOf" srcId="{510EEC00-9EDD-E94C-9287-16C3238143C7}" destId="{E3B654DF-8808-3943-8DE7-041390E9BEAE}" srcOrd="1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6670C3-5ED1-6B4D-A5C8-77CE49339A9A}" type="doc">
      <dgm:prSet loTypeId="urn:microsoft.com/office/officeart/2005/8/layout/hChevron3" loCatId="" qsTypeId="urn:microsoft.com/office/officeart/2005/8/quickstyle/simple2" qsCatId="simple" csTypeId="urn:microsoft.com/office/officeart/2005/8/colors/accent0_3" csCatId="mainScheme" phldr="1"/>
      <dgm:spPr/>
    </dgm:pt>
    <dgm:pt modelId="{01147598-BC22-7742-8F83-1DCC0A2403CA}">
      <dgm:prSet phldrT="[Text]"/>
      <dgm:spPr>
        <a:solidFill>
          <a:srgbClr val="173F6D"/>
        </a:solidFill>
      </dgm:spPr>
      <dgm:t>
        <a:bodyPr/>
        <a:lstStyle/>
        <a:p>
          <a:r>
            <a:rPr lang="en-GB"/>
            <a:t>Section 1</a:t>
          </a:r>
        </a:p>
      </dgm:t>
    </dgm:pt>
    <dgm:pt modelId="{BFB56930-0155-1E4A-BD9C-1225EC041408}" type="parTrans" cxnId="{038718F0-6B0F-5B44-9E1B-17B4680A7900}">
      <dgm:prSet/>
      <dgm:spPr/>
      <dgm:t>
        <a:bodyPr/>
        <a:lstStyle/>
        <a:p>
          <a:endParaRPr lang="en-GB"/>
        </a:p>
      </dgm:t>
    </dgm:pt>
    <dgm:pt modelId="{D13E9C04-FF59-B643-8B9D-EC7E82AE759B}" type="sibTrans" cxnId="{038718F0-6B0F-5B44-9E1B-17B4680A7900}">
      <dgm:prSet/>
      <dgm:spPr/>
      <dgm:t>
        <a:bodyPr/>
        <a:lstStyle/>
        <a:p>
          <a:endParaRPr lang="en-GB"/>
        </a:p>
      </dgm:t>
    </dgm:pt>
    <dgm:pt modelId="{124C90FD-A1BA-DE49-93A9-3647D399B261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1.1</a:t>
          </a:r>
        </a:p>
      </dgm:t>
    </dgm:pt>
    <dgm:pt modelId="{DD7A76D4-3677-4845-9D81-6C65BFF3888E}" type="parTrans" cxnId="{98B93CAB-0524-4047-A49A-66CBA76BB961}">
      <dgm:prSet/>
      <dgm:spPr/>
      <dgm:t>
        <a:bodyPr/>
        <a:lstStyle/>
        <a:p>
          <a:endParaRPr lang="en-GB"/>
        </a:p>
      </dgm:t>
    </dgm:pt>
    <dgm:pt modelId="{E396D823-59CB-E84C-9E69-157682A45104}" type="sibTrans" cxnId="{98B93CAB-0524-4047-A49A-66CBA76BB961}">
      <dgm:prSet/>
      <dgm:spPr/>
      <dgm:t>
        <a:bodyPr/>
        <a:lstStyle/>
        <a:p>
          <a:endParaRPr lang="en-GB"/>
        </a:p>
      </dgm:t>
    </dgm:pt>
    <dgm:pt modelId="{4A5EBC7F-4169-964C-A437-CDE4041301E8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1.2</a:t>
          </a:r>
        </a:p>
      </dgm:t>
    </dgm:pt>
    <dgm:pt modelId="{8B39A774-5561-D047-9655-3A5B9E0A289E}" type="parTrans" cxnId="{B5CBAFF4-33FA-7D45-8E46-FF540B317003}">
      <dgm:prSet/>
      <dgm:spPr/>
      <dgm:t>
        <a:bodyPr/>
        <a:lstStyle/>
        <a:p>
          <a:endParaRPr lang="en-GB"/>
        </a:p>
      </dgm:t>
    </dgm:pt>
    <dgm:pt modelId="{B482DBF1-22D2-704A-A9A1-7E4E4914A2A5}" type="sibTrans" cxnId="{B5CBAFF4-33FA-7D45-8E46-FF540B317003}">
      <dgm:prSet/>
      <dgm:spPr/>
      <dgm:t>
        <a:bodyPr/>
        <a:lstStyle/>
        <a:p>
          <a:endParaRPr lang="en-GB"/>
        </a:p>
      </dgm:t>
    </dgm:pt>
    <dgm:pt modelId="{AACCC11B-B5AD-EA42-AEF0-286A408DF97F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2</a:t>
          </a:r>
        </a:p>
      </dgm:t>
    </dgm:pt>
    <dgm:pt modelId="{8905F668-4541-7848-A1D5-F4DD5655AB83}" type="parTrans" cxnId="{C8FAD256-0F04-8B46-ACF5-00C3D4EFBFA5}">
      <dgm:prSet/>
      <dgm:spPr/>
      <dgm:t>
        <a:bodyPr/>
        <a:lstStyle/>
        <a:p>
          <a:endParaRPr lang="en-GB"/>
        </a:p>
      </dgm:t>
    </dgm:pt>
    <dgm:pt modelId="{FA8C1720-C86E-DA4E-885D-F12E45F2D101}" type="sibTrans" cxnId="{C8FAD256-0F04-8B46-ACF5-00C3D4EFBFA5}">
      <dgm:prSet/>
      <dgm:spPr/>
      <dgm:t>
        <a:bodyPr/>
        <a:lstStyle/>
        <a:p>
          <a:endParaRPr lang="en-GB"/>
        </a:p>
      </dgm:t>
    </dgm:pt>
    <dgm:pt modelId="{C40863D6-6D6D-2549-B8A3-89C630D8D623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2.1</a:t>
          </a:r>
        </a:p>
      </dgm:t>
    </dgm:pt>
    <dgm:pt modelId="{20C264D0-FCC7-4C4F-98C3-2EDE950DDF4E}" type="parTrans" cxnId="{F1DB87F5-BA31-F244-BD15-37D2F01C325C}">
      <dgm:prSet/>
      <dgm:spPr/>
      <dgm:t>
        <a:bodyPr/>
        <a:lstStyle/>
        <a:p>
          <a:endParaRPr lang="en-GB"/>
        </a:p>
      </dgm:t>
    </dgm:pt>
    <dgm:pt modelId="{CF43ECA2-08E9-1F41-AC2E-50F72471DD7C}" type="sibTrans" cxnId="{F1DB87F5-BA31-F244-BD15-37D2F01C325C}">
      <dgm:prSet/>
      <dgm:spPr/>
      <dgm:t>
        <a:bodyPr/>
        <a:lstStyle/>
        <a:p>
          <a:endParaRPr lang="en-GB"/>
        </a:p>
      </dgm:t>
    </dgm:pt>
    <dgm:pt modelId="{D4875111-490F-1D4F-B7B1-06E672B43ECB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2.2</a:t>
          </a:r>
        </a:p>
      </dgm:t>
    </dgm:pt>
    <dgm:pt modelId="{C9196F4E-1BA3-D146-BA7E-A0C55B404161}" type="parTrans" cxnId="{26F10A5A-E801-9448-9A98-49D1FE196CD7}">
      <dgm:prSet/>
      <dgm:spPr/>
      <dgm:t>
        <a:bodyPr/>
        <a:lstStyle/>
        <a:p>
          <a:endParaRPr lang="en-GB"/>
        </a:p>
      </dgm:t>
    </dgm:pt>
    <dgm:pt modelId="{5AD291D1-E0B6-9B48-B059-98C77842BD50}" type="sibTrans" cxnId="{26F10A5A-E801-9448-9A98-49D1FE196CD7}">
      <dgm:prSet/>
      <dgm:spPr/>
      <dgm:t>
        <a:bodyPr/>
        <a:lstStyle/>
        <a:p>
          <a:endParaRPr lang="en-GB"/>
        </a:p>
      </dgm:t>
    </dgm:pt>
    <dgm:pt modelId="{B146519D-436B-B742-BB1F-07CFD86D1B09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3</a:t>
          </a:r>
        </a:p>
      </dgm:t>
    </dgm:pt>
    <dgm:pt modelId="{74FAA5B7-786D-2849-9AA4-F62AA25ADA9B}" type="parTrans" cxnId="{14F5DBED-DC3D-DB41-819F-BF2FC9E8DB7D}">
      <dgm:prSet/>
      <dgm:spPr/>
      <dgm:t>
        <a:bodyPr/>
        <a:lstStyle/>
        <a:p>
          <a:endParaRPr lang="en-GB"/>
        </a:p>
      </dgm:t>
    </dgm:pt>
    <dgm:pt modelId="{F9D2470F-0256-4045-839F-61EC15FEA083}" type="sibTrans" cxnId="{14F5DBED-DC3D-DB41-819F-BF2FC9E8DB7D}">
      <dgm:prSet/>
      <dgm:spPr/>
      <dgm:t>
        <a:bodyPr/>
        <a:lstStyle/>
        <a:p>
          <a:endParaRPr lang="en-GB"/>
        </a:p>
      </dgm:t>
    </dgm:pt>
    <dgm:pt modelId="{B7468D0C-BAF4-9241-8156-ABE69FA660C9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4</a:t>
          </a:r>
        </a:p>
      </dgm:t>
    </dgm:pt>
    <dgm:pt modelId="{4D0372A3-CFFC-164C-A8F8-03877DA72D8F}" type="parTrans" cxnId="{9D756DA1-87DD-1440-9817-6C19E0D4A613}">
      <dgm:prSet/>
      <dgm:spPr/>
      <dgm:t>
        <a:bodyPr/>
        <a:lstStyle/>
        <a:p>
          <a:endParaRPr lang="en-GB"/>
        </a:p>
      </dgm:t>
    </dgm:pt>
    <dgm:pt modelId="{BD567386-F146-034B-B9F3-E426C057D417}" type="sibTrans" cxnId="{9D756DA1-87DD-1440-9817-6C19E0D4A613}">
      <dgm:prSet/>
      <dgm:spPr/>
      <dgm:t>
        <a:bodyPr/>
        <a:lstStyle/>
        <a:p>
          <a:endParaRPr lang="en-GB"/>
        </a:p>
      </dgm:t>
    </dgm:pt>
    <dgm:pt modelId="{510EEC00-9EDD-E94C-9287-16C3238143C7}" type="pres">
      <dgm:prSet presAssocID="{9A6670C3-5ED1-6B4D-A5C8-77CE49339A9A}" presName="Name0" presStyleCnt="0">
        <dgm:presLayoutVars>
          <dgm:dir/>
          <dgm:resizeHandles val="exact"/>
        </dgm:presLayoutVars>
      </dgm:prSet>
      <dgm:spPr/>
    </dgm:pt>
    <dgm:pt modelId="{EAD19D87-AB43-CE43-A09B-6BF226EB9FD6}" type="pres">
      <dgm:prSet presAssocID="{01147598-BC22-7742-8F83-1DCC0A2403CA}" presName="parTxOnly" presStyleLbl="node1" presStyleIdx="0" presStyleCnt="8">
        <dgm:presLayoutVars>
          <dgm:bulletEnabled val="1"/>
        </dgm:presLayoutVars>
      </dgm:prSet>
      <dgm:spPr/>
    </dgm:pt>
    <dgm:pt modelId="{0A167477-DAD5-BE4E-A5E7-1E4EBC3EF82B}" type="pres">
      <dgm:prSet presAssocID="{D13E9C04-FF59-B643-8B9D-EC7E82AE759B}" presName="parSpace" presStyleCnt="0"/>
      <dgm:spPr/>
    </dgm:pt>
    <dgm:pt modelId="{0EEFF695-B66A-744D-BA5B-63629739D0CD}" type="pres">
      <dgm:prSet presAssocID="{124C90FD-A1BA-DE49-93A9-3647D399B261}" presName="parTxOnly" presStyleLbl="node1" presStyleIdx="1" presStyleCnt="8">
        <dgm:presLayoutVars>
          <dgm:bulletEnabled val="1"/>
        </dgm:presLayoutVars>
      </dgm:prSet>
      <dgm:spPr/>
    </dgm:pt>
    <dgm:pt modelId="{59CF5D09-54F3-EE4D-B92B-CBDB0202B343}" type="pres">
      <dgm:prSet presAssocID="{E396D823-59CB-E84C-9E69-157682A45104}" presName="parSpace" presStyleCnt="0"/>
      <dgm:spPr/>
    </dgm:pt>
    <dgm:pt modelId="{68DE4F6C-30ED-AB4C-AE3E-C0AAAA7D55B8}" type="pres">
      <dgm:prSet presAssocID="{4A5EBC7F-4169-964C-A437-CDE4041301E8}" presName="parTxOnly" presStyleLbl="node1" presStyleIdx="2" presStyleCnt="8">
        <dgm:presLayoutVars>
          <dgm:bulletEnabled val="1"/>
        </dgm:presLayoutVars>
      </dgm:prSet>
      <dgm:spPr/>
    </dgm:pt>
    <dgm:pt modelId="{0094D06D-6AEA-6E45-B3D4-3377D5A83D7F}" type="pres">
      <dgm:prSet presAssocID="{B482DBF1-22D2-704A-A9A1-7E4E4914A2A5}" presName="parSpace" presStyleCnt="0"/>
      <dgm:spPr/>
    </dgm:pt>
    <dgm:pt modelId="{B9FFAD97-B7D5-AF49-A24B-3280233A1C7D}" type="pres">
      <dgm:prSet presAssocID="{AACCC11B-B5AD-EA42-AEF0-286A408DF97F}" presName="parTxOnly" presStyleLbl="node1" presStyleIdx="3" presStyleCnt="8">
        <dgm:presLayoutVars>
          <dgm:bulletEnabled val="1"/>
        </dgm:presLayoutVars>
      </dgm:prSet>
      <dgm:spPr/>
    </dgm:pt>
    <dgm:pt modelId="{716B1CAA-5A98-3E49-A5F2-420190B166C3}" type="pres">
      <dgm:prSet presAssocID="{FA8C1720-C86E-DA4E-885D-F12E45F2D101}" presName="parSpace" presStyleCnt="0"/>
      <dgm:spPr/>
    </dgm:pt>
    <dgm:pt modelId="{9B9FA178-DDC6-1D4A-9DCA-E60EBDA2C771}" type="pres">
      <dgm:prSet presAssocID="{C40863D6-6D6D-2549-B8A3-89C630D8D623}" presName="parTxOnly" presStyleLbl="node1" presStyleIdx="4" presStyleCnt="8">
        <dgm:presLayoutVars>
          <dgm:bulletEnabled val="1"/>
        </dgm:presLayoutVars>
      </dgm:prSet>
      <dgm:spPr/>
    </dgm:pt>
    <dgm:pt modelId="{22F31A78-E440-4749-A21A-15A3756FBDD5}" type="pres">
      <dgm:prSet presAssocID="{CF43ECA2-08E9-1F41-AC2E-50F72471DD7C}" presName="parSpace" presStyleCnt="0"/>
      <dgm:spPr/>
    </dgm:pt>
    <dgm:pt modelId="{EE005953-7D82-9945-A799-B1668F6191BD}" type="pres">
      <dgm:prSet presAssocID="{D4875111-490F-1D4F-B7B1-06E672B43ECB}" presName="parTxOnly" presStyleLbl="node1" presStyleIdx="5" presStyleCnt="8">
        <dgm:presLayoutVars>
          <dgm:bulletEnabled val="1"/>
        </dgm:presLayoutVars>
      </dgm:prSet>
      <dgm:spPr/>
    </dgm:pt>
    <dgm:pt modelId="{B0EB5937-DAB6-FE4D-B6D1-9B141F76E783}" type="pres">
      <dgm:prSet presAssocID="{5AD291D1-E0B6-9B48-B059-98C77842BD50}" presName="parSpace" presStyleCnt="0"/>
      <dgm:spPr/>
    </dgm:pt>
    <dgm:pt modelId="{B6B00CE4-0DE5-314A-80EB-298E24207DD6}" type="pres">
      <dgm:prSet presAssocID="{B146519D-436B-B742-BB1F-07CFD86D1B09}" presName="parTxOnly" presStyleLbl="node1" presStyleIdx="6" presStyleCnt="8">
        <dgm:presLayoutVars>
          <dgm:bulletEnabled val="1"/>
        </dgm:presLayoutVars>
      </dgm:prSet>
      <dgm:spPr/>
    </dgm:pt>
    <dgm:pt modelId="{A1105B4B-BAA3-D94D-A67A-28B6F769A0D2}" type="pres">
      <dgm:prSet presAssocID="{F9D2470F-0256-4045-839F-61EC15FEA083}" presName="parSpace" presStyleCnt="0"/>
      <dgm:spPr/>
    </dgm:pt>
    <dgm:pt modelId="{E3B654DF-8808-3943-8DE7-041390E9BEAE}" type="pres">
      <dgm:prSet presAssocID="{B7468D0C-BAF4-9241-8156-ABE69FA660C9}" presName="parTxOnly" presStyleLbl="node1" presStyleIdx="7" presStyleCnt="8">
        <dgm:presLayoutVars>
          <dgm:bulletEnabled val="1"/>
        </dgm:presLayoutVars>
      </dgm:prSet>
      <dgm:spPr/>
    </dgm:pt>
  </dgm:ptLst>
  <dgm:cxnLst>
    <dgm:cxn modelId="{FC135C0B-33CC-CD40-B464-7DC3C8C7765B}" type="presOf" srcId="{B7468D0C-BAF4-9241-8156-ABE69FA660C9}" destId="{E3B654DF-8808-3943-8DE7-041390E9BEAE}" srcOrd="0" destOrd="0" presId="urn:microsoft.com/office/officeart/2005/8/layout/hChevron3"/>
    <dgm:cxn modelId="{6EDC8934-9BC0-2D40-AF02-CFDE0A4F6169}" type="presOf" srcId="{4A5EBC7F-4169-964C-A437-CDE4041301E8}" destId="{68DE4F6C-30ED-AB4C-AE3E-C0AAAA7D55B8}" srcOrd="0" destOrd="0" presId="urn:microsoft.com/office/officeart/2005/8/layout/hChevron3"/>
    <dgm:cxn modelId="{82E0505E-76C9-8E44-A9A0-679424F81AA4}" type="presOf" srcId="{AACCC11B-B5AD-EA42-AEF0-286A408DF97F}" destId="{B9FFAD97-B7D5-AF49-A24B-3280233A1C7D}" srcOrd="0" destOrd="0" presId="urn:microsoft.com/office/officeart/2005/8/layout/hChevron3"/>
    <dgm:cxn modelId="{854FA342-1417-D24A-B336-AB7FF2707C81}" type="presOf" srcId="{B146519D-436B-B742-BB1F-07CFD86D1B09}" destId="{B6B00CE4-0DE5-314A-80EB-298E24207DD6}" srcOrd="0" destOrd="0" presId="urn:microsoft.com/office/officeart/2005/8/layout/hChevron3"/>
    <dgm:cxn modelId="{C8FAD256-0F04-8B46-ACF5-00C3D4EFBFA5}" srcId="{9A6670C3-5ED1-6B4D-A5C8-77CE49339A9A}" destId="{AACCC11B-B5AD-EA42-AEF0-286A408DF97F}" srcOrd="3" destOrd="0" parTransId="{8905F668-4541-7848-A1D5-F4DD5655AB83}" sibTransId="{FA8C1720-C86E-DA4E-885D-F12E45F2D101}"/>
    <dgm:cxn modelId="{5C117758-635D-8043-91CF-1B06B156B912}" type="presOf" srcId="{124C90FD-A1BA-DE49-93A9-3647D399B261}" destId="{0EEFF695-B66A-744D-BA5B-63629739D0CD}" srcOrd="0" destOrd="0" presId="urn:microsoft.com/office/officeart/2005/8/layout/hChevron3"/>
    <dgm:cxn modelId="{26F10A5A-E801-9448-9A98-49D1FE196CD7}" srcId="{9A6670C3-5ED1-6B4D-A5C8-77CE49339A9A}" destId="{D4875111-490F-1D4F-B7B1-06E672B43ECB}" srcOrd="5" destOrd="0" parTransId="{C9196F4E-1BA3-D146-BA7E-A0C55B404161}" sibTransId="{5AD291D1-E0B6-9B48-B059-98C77842BD50}"/>
    <dgm:cxn modelId="{9D756DA1-87DD-1440-9817-6C19E0D4A613}" srcId="{9A6670C3-5ED1-6B4D-A5C8-77CE49339A9A}" destId="{B7468D0C-BAF4-9241-8156-ABE69FA660C9}" srcOrd="7" destOrd="0" parTransId="{4D0372A3-CFFC-164C-A8F8-03877DA72D8F}" sibTransId="{BD567386-F146-034B-B9F3-E426C057D417}"/>
    <dgm:cxn modelId="{98B93CAB-0524-4047-A49A-66CBA76BB961}" srcId="{9A6670C3-5ED1-6B4D-A5C8-77CE49339A9A}" destId="{124C90FD-A1BA-DE49-93A9-3647D399B261}" srcOrd="1" destOrd="0" parTransId="{DD7A76D4-3677-4845-9D81-6C65BFF3888E}" sibTransId="{E396D823-59CB-E84C-9E69-157682A45104}"/>
    <dgm:cxn modelId="{D35502BE-65F2-0041-B8DE-1EB85FC00C8B}" type="presOf" srcId="{C40863D6-6D6D-2549-B8A3-89C630D8D623}" destId="{9B9FA178-DDC6-1D4A-9DCA-E60EBDA2C771}" srcOrd="0" destOrd="0" presId="urn:microsoft.com/office/officeart/2005/8/layout/hChevron3"/>
    <dgm:cxn modelId="{BB67C9DA-66D1-164B-A2B7-850B585E55DA}" type="presOf" srcId="{D4875111-490F-1D4F-B7B1-06E672B43ECB}" destId="{EE005953-7D82-9945-A799-B1668F6191BD}" srcOrd="0" destOrd="0" presId="urn:microsoft.com/office/officeart/2005/8/layout/hChevron3"/>
    <dgm:cxn modelId="{5764C7E0-4ED6-7B4C-87E4-AB54D6822029}" type="presOf" srcId="{9A6670C3-5ED1-6B4D-A5C8-77CE49339A9A}" destId="{510EEC00-9EDD-E94C-9287-16C3238143C7}" srcOrd="0" destOrd="0" presId="urn:microsoft.com/office/officeart/2005/8/layout/hChevron3"/>
    <dgm:cxn modelId="{14F5DBED-DC3D-DB41-819F-BF2FC9E8DB7D}" srcId="{9A6670C3-5ED1-6B4D-A5C8-77CE49339A9A}" destId="{B146519D-436B-B742-BB1F-07CFD86D1B09}" srcOrd="6" destOrd="0" parTransId="{74FAA5B7-786D-2849-9AA4-F62AA25ADA9B}" sibTransId="{F9D2470F-0256-4045-839F-61EC15FEA083}"/>
    <dgm:cxn modelId="{038718F0-6B0F-5B44-9E1B-17B4680A7900}" srcId="{9A6670C3-5ED1-6B4D-A5C8-77CE49339A9A}" destId="{01147598-BC22-7742-8F83-1DCC0A2403CA}" srcOrd="0" destOrd="0" parTransId="{BFB56930-0155-1E4A-BD9C-1225EC041408}" sibTransId="{D13E9C04-FF59-B643-8B9D-EC7E82AE759B}"/>
    <dgm:cxn modelId="{B5CBAFF4-33FA-7D45-8E46-FF540B317003}" srcId="{9A6670C3-5ED1-6B4D-A5C8-77CE49339A9A}" destId="{4A5EBC7F-4169-964C-A437-CDE4041301E8}" srcOrd="2" destOrd="0" parTransId="{8B39A774-5561-D047-9655-3A5B9E0A289E}" sibTransId="{B482DBF1-22D2-704A-A9A1-7E4E4914A2A5}"/>
    <dgm:cxn modelId="{F1DB87F5-BA31-F244-BD15-37D2F01C325C}" srcId="{9A6670C3-5ED1-6B4D-A5C8-77CE49339A9A}" destId="{C40863D6-6D6D-2549-B8A3-89C630D8D623}" srcOrd="4" destOrd="0" parTransId="{20C264D0-FCC7-4C4F-98C3-2EDE950DDF4E}" sibTransId="{CF43ECA2-08E9-1F41-AC2E-50F72471DD7C}"/>
    <dgm:cxn modelId="{0D4DD9FA-FFC5-BF4E-A465-A31BAF55077E}" type="presOf" srcId="{01147598-BC22-7742-8F83-1DCC0A2403CA}" destId="{EAD19D87-AB43-CE43-A09B-6BF226EB9FD6}" srcOrd="0" destOrd="0" presId="urn:microsoft.com/office/officeart/2005/8/layout/hChevron3"/>
    <dgm:cxn modelId="{B7E7017E-A6A4-C64A-953F-769636725A19}" type="presParOf" srcId="{510EEC00-9EDD-E94C-9287-16C3238143C7}" destId="{EAD19D87-AB43-CE43-A09B-6BF226EB9FD6}" srcOrd="0" destOrd="0" presId="urn:microsoft.com/office/officeart/2005/8/layout/hChevron3"/>
    <dgm:cxn modelId="{0AC3E30C-A950-4B4D-B567-02F3EF5BC09C}" type="presParOf" srcId="{510EEC00-9EDD-E94C-9287-16C3238143C7}" destId="{0A167477-DAD5-BE4E-A5E7-1E4EBC3EF82B}" srcOrd="1" destOrd="0" presId="urn:microsoft.com/office/officeart/2005/8/layout/hChevron3"/>
    <dgm:cxn modelId="{F2ED7444-3611-2E4C-9A8A-8ECCE4DD6B40}" type="presParOf" srcId="{510EEC00-9EDD-E94C-9287-16C3238143C7}" destId="{0EEFF695-B66A-744D-BA5B-63629739D0CD}" srcOrd="2" destOrd="0" presId="urn:microsoft.com/office/officeart/2005/8/layout/hChevron3"/>
    <dgm:cxn modelId="{97A52F03-1E02-294E-ACD8-96DE3E5F5198}" type="presParOf" srcId="{510EEC00-9EDD-E94C-9287-16C3238143C7}" destId="{59CF5D09-54F3-EE4D-B92B-CBDB0202B343}" srcOrd="3" destOrd="0" presId="urn:microsoft.com/office/officeart/2005/8/layout/hChevron3"/>
    <dgm:cxn modelId="{098D1560-F78F-3D4B-88F3-5D99E6402445}" type="presParOf" srcId="{510EEC00-9EDD-E94C-9287-16C3238143C7}" destId="{68DE4F6C-30ED-AB4C-AE3E-C0AAAA7D55B8}" srcOrd="4" destOrd="0" presId="urn:microsoft.com/office/officeart/2005/8/layout/hChevron3"/>
    <dgm:cxn modelId="{3DB10F46-87A6-9C42-AD3E-0F7228F9657E}" type="presParOf" srcId="{510EEC00-9EDD-E94C-9287-16C3238143C7}" destId="{0094D06D-6AEA-6E45-B3D4-3377D5A83D7F}" srcOrd="5" destOrd="0" presId="urn:microsoft.com/office/officeart/2005/8/layout/hChevron3"/>
    <dgm:cxn modelId="{EA36B222-5719-A249-87A3-CE73560B8D28}" type="presParOf" srcId="{510EEC00-9EDD-E94C-9287-16C3238143C7}" destId="{B9FFAD97-B7D5-AF49-A24B-3280233A1C7D}" srcOrd="6" destOrd="0" presId="urn:microsoft.com/office/officeart/2005/8/layout/hChevron3"/>
    <dgm:cxn modelId="{D3F04440-BFD3-4942-827E-BA92E951FCBE}" type="presParOf" srcId="{510EEC00-9EDD-E94C-9287-16C3238143C7}" destId="{716B1CAA-5A98-3E49-A5F2-420190B166C3}" srcOrd="7" destOrd="0" presId="urn:microsoft.com/office/officeart/2005/8/layout/hChevron3"/>
    <dgm:cxn modelId="{DAC7810C-799E-C545-8BFA-EDF53340F083}" type="presParOf" srcId="{510EEC00-9EDD-E94C-9287-16C3238143C7}" destId="{9B9FA178-DDC6-1D4A-9DCA-E60EBDA2C771}" srcOrd="8" destOrd="0" presId="urn:microsoft.com/office/officeart/2005/8/layout/hChevron3"/>
    <dgm:cxn modelId="{FBD9F9D2-08A2-EA49-8F7D-AD44ABEFB035}" type="presParOf" srcId="{510EEC00-9EDD-E94C-9287-16C3238143C7}" destId="{22F31A78-E440-4749-A21A-15A3756FBDD5}" srcOrd="9" destOrd="0" presId="urn:microsoft.com/office/officeart/2005/8/layout/hChevron3"/>
    <dgm:cxn modelId="{DF81F0A5-F81D-A647-9746-B0CEAB845CF6}" type="presParOf" srcId="{510EEC00-9EDD-E94C-9287-16C3238143C7}" destId="{EE005953-7D82-9945-A799-B1668F6191BD}" srcOrd="10" destOrd="0" presId="urn:microsoft.com/office/officeart/2005/8/layout/hChevron3"/>
    <dgm:cxn modelId="{08263F4B-1C7A-8B47-8B01-D6E55E54705D}" type="presParOf" srcId="{510EEC00-9EDD-E94C-9287-16C3238143C7}" destId="{B0EB5937-DAB6-FE4D-B6D1-9B141F76E783}" srcOrd="11" destOrd="0" presId="urn:microsoft.com/office/officeart/2005/8/layout/hChevron3"/>
    <dgm:cxn modelId="{8DC2B314-A357-CD46-9958-6D1FCE204BF4}" type="presParOf" srcId="{510EEC00-9EDD-E94C-9287-16C3238143C7}" destId="{B6B00CE4-0DE5-314A-80EB-298E24207DD6}" srcOrd="12" destOrd="0" presId="urn:microsoft.com/office/officeart/2005/8/layout/hChevron3"/>
    <dgm:cxn modelId="{7E0A9CE1-C8CA-2F4C-8EEC-5093F0D566A9}" type="presParOf" srcId="{510EEC00-9EDD-E94C-9287-16C3238143C7}" destId="{A1105B4B-BAA3-D94D-A67A-28B6F769A0D2}" srcOrd="13" destOrd="0" presId="urn:microsoft.com/office/officeart/2005/8/layout/hChevron3"/>
    <dgm:cxn modelId="{597F07DE-94C6-8148-958E-2B3092679A31}" type="presParOf" srcId="{510EEC00-9EDD-E94C-9287-16C3238143C7}" destId="{E3B654DF-8808-3943-8DE7-041390E9BEAE}" srcOrd="1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6670C3-5ED1-6B4D-A5C8-77CE49339A9A}" type="doc">
      <dgm:prSet loTypeId="urn:microsoft.com/office/officeart/2005/8/layout/hChevron3" loCatId="" qsTypeId="urn:microsoft.com/office/officeart/2005/8/quickstyle/simple2" qsCatId="simple" csTypeId="urn:microsoft.com/office/officeart/2005/8/colors/accent0_3" csCatId="mainScheme" phldr="1"/>
      <dgm:spPr/>
    </dgm:pt>
    <dgm:pt modelId="{01147598-BC22-7742-8F83-1DCC0A2403CA}">
      <dgm:prSet phldrT="[Text]"/>
      <dgm:spPr>
        <a:solidFill>
          <a:srgbClr val="173F6D"/>
        </a:solidFill>
      </dgm:spPr>
      <dgm:t>
        <a:bodyPr/>
        <a:lstStyle/>
        <a:p>
          <a:r>
            <a:rPr lang="en-GB"/>
            <a:t>Section 1</a:t>
          </a:r>
        </a:p>
      </dgm:t>
    </dgm:pt>
    <dgm:pt modelId="{BFB56930-0155-1E4A-BD9C-1225EC041408}" type="parTrans" cxnId="{038718F0-6B0F-5B44-9E1B-17B4680A7900}">
      <dgm:prSet/>
      <dgm:spPr/>
      <dgm:t>
        <a:bodyPr/>
        <a:lstStyle/>
        <a:p>
          <a:endParaRPr lang="en-GB"/>
        </a:p>
      </dgm:t>
    </dgm:pt>
    <dgm:pt modelId="{D13E9C04-FF59-B643-8B9D-EC7E82AE759B}" type="sibTrans" cxnId="{038718F0-6B0F-5B44-9E1B-17B4680A7900}">
      <dgm:prSet/>
      <dgm:spPr/>
      <dgm:t>
        <a:bodyPr/>
        <a:lstStyle/>
        <a:p>
          <a:endParaRPr lang="en-GB"/>
        </a:p>
      </dgm:t>
    </dgm:pt>
    <dgm:pt modelId="{124C90FD-A1BA-DE49-93A9-3647D399B261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1.1</a:t>
          </a:r>
        </a:p>
      </dgm:t>
    </dgm:pt>
    <dgm:pt modelId="{DD7A76D4-3677-4845-9D81-6C65BFF3888E}" type="parTrans" cxnId="{98B93CAB-0524-4047-A49A-66CBA76BB961}">
      <dgm:prSet/>
      <dgm:spPr/>
      <dgm:t>
        <a:bodyPr/>
        <a:lstStyle/>
        <a:p>
          <a:endParaRPr lang="en-GB"/>
        </a:p>
      </dgm:t>
    </dgm:pt>
    <dgm:pt modelId="{E396D823-59CB-E84C-9E69-157682A45104}" type="sibTrans" cxnId="{98B93CAB-0524-4047-A49A-66CBA76BB961}">
      <dgm:prSet/>
      <dgm:spPr/>
      <dgm:t>
        <a:bodyPr/>
        <a:lstStyle/>
        <a:p>
          <a:endParaRPr lang="en-GB"/>
        </a:p>
      </dgm:t>
    </dgm:pt>
    <dgm:pt modelId="{4A5EBC7F-4169-964C-A437-CDE4041301E8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1.2</a:t>
          </a:r>
        </a:p>
      </dgm:t>
    </dgm:pt>
    <dgm:pt modelId="{8B39A774-5561-D047-9655-3A5B9E0A289E}" type="parTrans" cxnId="{B5CBAFF4-33FA-7D45-8E46-FF540B317003}">
      <dgm:prSet/>
      <dgm:spPr/>
      <dgm:t>
        <a:bodyPr/>
        <a:lstStyle/>
        <a:p>
          <a:endParaRPr lang="en-GB"/>
        </a:p>
      </dgm:t>
    </dgm:pt>
    <dgm:pt modelId="{B482DBF1-22D2-704A-A9A1-7E4E4914A2A5}" type="sibTrans" cxnId="{B5CBAFF4-33FA-7D45-8E46-FF540B317003}">
      <dgm:prSet/>
      <dgm:spPr/>
      <dgm:t>
        <a:bodyPr/>
        <a:lstStyle/>
        <a:p>
          <a:endParaRPr lang="en-GB"/>
        </a:p>
      </dgm:t>
    </dgm:pt>
    <dgm:pt modelId="{AACCC11B-B5AD-EA42-AEF0-286A408DF97F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2</a:t>
          </a:r>
        </a:p>
      </dgm:t>
    </dgm:pt>
    <dgm:pt modelId="{8905F668-4541-7848-A1D5-F4DD5655AB83}" type="parTrans" cxnId="{C8FAD256-0F04-8B46-ACF5-00C3D4EFBFA5}">
      <dgm:prSet/>
      <dgm:spPr/>
      <dgm:t>
        <a:bodyPr/>
        <a:lstStyle/>
        <a:p>
          <a:endParaRPr lang="en-GB"/>
        </a:p>
      </dgm:t>
    </dgm:pt>
    <dgm:pt modelId="{FA8C1720-C86E-DA4E-885D-F12E45F2D101}" type="sibTrans" cxnId="{C8FAD256-0F04-8B46-ACF5-00C3D4EFBFA5}">
      <dgm:prSet/>
      <dgm:spPr/>
      <dgm:t>
        <a:bodyPr/>
        <a:lstStyle/>
        <a:p>
          <a:endParaRPr lang="en-GB"/>
        </a:p>
      </dgm:t>
    </dgm:pt>
    <dgm:pt modelId="{C40863D6-6D6D-2549-B8A3-89C630D8D623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2.1</a:t>
          </a:r>
        </a:p>
      </dgm:t>
    </dgm:pt>
    <dgm:pt modelId="{20C264D0-FCC7-4C4F-98C3-2EDE950DDF4E}" type="parTrans" cxnId="{F1DB87F5-BA31-F244-BD15-37D2F01C325C}">
      <dgm:prSet/>
      <dgm:spPr/>
      <dgm:t>
        <a:bodyPr/>
        <a:lstStyle/>
        <a:p>
          <a:endParaRPr lang="en-GB"/>
        </a:p>
      </dgm:t>
    </dgm:pt>
    <dgm:pt modelId="{CF43ECA2-08E9-1F41-AC2E-50F72471DD7C}" type="sibTrans" cxnId="{F1DB87F5-BA31-F244-BD15-37D2F01C325C}">
      <dgm:prSet/>
      <dgm:spPr/>
      <dgm:t>
        <a:bodyPr/>
        <a:lstStyle/>
        <a:p>
          <a:endParaRPr lang="en-GB"/>
        </a:p>
      </dgm:t>
    </dgm:pt>
    <dgm:pt modelId="{D4875111-490F-1D4F-B7B1-06E672B43ECB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2.2</a:t>
          </a:r>
        </a:p>
      </dgm:t>
    </dgm:pt>
    <dgm:pt modelId="{C9196F4E-1BA3-D146-BA7E-A0C55B404161}" type="parTrans" cxnId="{26F10A5A-E801-9448-9A98-49D1FE196CD7}">
      <dgm:prSet/>
      <dgm:spPr/>
      <dgm:t>
        <a:bodyPr/>
        <a:lstStyle/>
        <a:p>
          <a:endParaRPr lang="en-GB"/>
        </a:p>
      </dgm:t>
    </dgm:pt>
    <dgm:pt modelId="{5AD291D1-E0B6-9B48-B059-98C77842BD50}" type="sibTrans" cxnId="{26F10A5A-E801-9448-9A98-49D1FE196CD7}">
      <dgm:prSet/>
      <dgm:spPr/>
      <dgm:t>
        <a:bodyPr/>
        <a:lstStyle/>
        <a:p>
          <a:endParaRPr lang="en-GB"/>
        </a:p>
      </dgm:t>
    </dgm:pt>
    <dgm:pt modelId="{B146519D-436B-B742-BB1F-07CFD86D1B09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3</a:t>
          </a:r>
        </a:p>
      </dgm:t>
    </dgm:pt>
    <dgm:pt modelId="{74FAA5B7-786D-2849-9AA4-F62AA25ADA9B}" type="parTrans" cxnId="{14F5DBED-DC3D-DB41-819F-BF2FC9E8DB7D}">
      <dgm:prSet/>
      <dgm:spPr/>
      <dgm:t>
        <a:bodyPr/>
        <a:lstStyle/>
        <a:p>
          <a:endParaRPr lang="en-GB"/>
        </a:p>
      </dgm:t>
    </dgm:pt>
    <dgm:pt modelId="{F9D2470F-0256-4045-839F-61EC15FEA083}" type="sibTrans" cxnId="{14F5DBED-DC3D-DB41-819F-BF2FC9E8DB7D}">
      <dgm:prSet/>
      <dgm:spPr/>
      <dgm:t>
        <a:bodyPr/>
        <a:lstStyle/>
        <a:p>
          <a:endParaRPr lang="en-GB"/>
        </a:p>
      </dgm:t>
    </dgm:pt>
    <dgm:pt modelId="{B7468D0C-BAF4-9241-8156-ABE69FA660C9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4</a:t>
          </a:r>
        </a:p>
      </dgm:t>
    </dgm:pt>
    <dgm:pt modelId="{4D0372A3-CFFC-164C-A8F8-03877DA72D8F}" type="parTrans" cxnId="{9D756DA1-87DD-1440-9817-6C19E0D4A613}">
      <dgm:prSet/>
      <dgm:spPr/>
      <dgm:t>
        <a:bodyPr/>
        <a:lstStyle/>
        <a:p>
          <a:endParaRPr lang="en-GB"/>
        </a:p>
      </dgm:t>
    </dgm:pt>
    <dgm:pt modelId="{BD567386-F146-034B-B9F3-E426C057D417}" type="sibTrans" cxnId="{9D756DA1-87DD-1440-9817-6C19E0D4A613}">
      <dgm:prSet/>
      <dgm:spPr/>
      <dgm:t>
        <a:bodyPr/>
        <a:lstStyle/>
        <a:p>
          <a:endParaRPr lang="en-GB"/>
        </a:p>
      </dgm:t>
    </dgm:pt>
    <dgm:pt modelId="{510EEC00-9EDD-E94C-9287-16C3238143C7}" type="pres">
      <dgm:prSet presAssocID="{9A6670C3-5ED1-6B4D-A5C8-77CE49339A9A}" presName="Name0" presStyleCnt="0">
        <dgm:presLayoutVars>
          <dgm:dir/>
          <dgm:resizeHandles val="exact"/>
        </dgm:presLayoutVars>
      </dgm:prSet>
      <dgm:spPr/>
    </dgm:pt>
    <dgm:pt modelId="{EAD19D87-AB43-CE43-A09B-6BF226EB9FD6}" type="pres">
      <dgm:prSet presAssocID="{01147598-BC22-7742-8F83-1DCC0A2403CA}" presName="parTxOnly" presStyleLbl="node1" presStyleIdx="0" presStyleCnt="8">
        <dgm:presLayoutVars>
          <dgm:bulletEnabled val="1"/>
        </dgm:presLayoutVars>
      </dgm:prSet>
      <dgm:spPr/>
    </dgm:pt>
    <dgm:pt modelId="{0A167477-DAD5-BE4E-A5E7-1E4EBC3EF82B}" type="pres">
      <dgm:prSet presAssocID="{D13E9C04-FF59-B643-8B9D-EC7E82AE759B}" presName="parSpace" presStyleCnt="0"/>
      <dgm:spPr/>
    </dgm:pt>
    <dgm:pt modelId="{0EEFF695-B66A-744D-BA5B-63629739D0CD}" type="pres">
      <dgm:prSet presAssocID="{124C90FD-A1BA-DE49-93A9-3647D399B261}" presName="parTxOnly" presStyleLbl="node1" presStyleIdx="1" presStyleCnt="8">
        <dgm:presLayoutVars>
          <dgm:bulletEnabled val="1"/>
        </dgm:presLayoutVars>
      </dgm:prSet>
      <dgm:spPr/>
    </dgm:pt>
    <dgm:pt modelId="{59CF5D09-54F3-EE4D-B92B-CBDB0202B343}" type="pres">
      <dgm:prSet presAssocID="{E396D823-59CB-E84C-9E69-157682A45104}" presName="parSpace" presStyleCnt="0"/>
      <dgm:spPr/>
    </dgm:pt>
    <dgm:pt modelId="{68DE4F6C-30ED-AB4C-AE3E-C0AAAA7D55B8}" type="pres">
      <dgm:prSet presAssocID="{4A5EBC7F-4169-964C-A437-CDE4041301E8}" presName="parTxOnly" presStyleLbl="node1" presStyleIdx="2" presStyleCnt="8">
        <dgm:presLayoutVars>
          <dgm:bulletEnabled val="1"/>
        </dgm:presLayoutVars>
      </dgm:prSet>
      <dgm:spPr/>
    </dgm:pt>
    <dgm:pt modelId="{0094D06D-6AEA-6E45-B3D4-3377D5A83D7F}" type="pres">
      <dgm:prSet presAssocID="{B482DBF1-22D2-704A-A9A1-7E4E4914A2A5}" presName="parSpace" presStyleCnt="0"/>
      <dgm:spPr/>
    </dgm:pt>
    <dgm:pt modelId="{B9FFAD97-B7D5-AF49-A24B-3280233A1C7D}" type="pres">
      <dgm:prSet presAssocID="{AACCC11B-B5AD-EA42-AEF0-286A408DF97F}" presName="parTxOnly" presStyleLbl="node1" presStyleIdx="3" presStyleCnt="8">
        <dgm:presLayoutVars>
          <dgm:bulletEnabled val="1"/>
        </dgm:presLayoutVars>
      </dgm:prSet>
      <dgm:spPr/>
    </dgm:pt>
    <dgm:pt modelId="{716B1CAA-5A98-3E49-A5F2-420190B166C3}" type="pres">
      <dgm:prSet presAssocID="{FA8C1720-C86E-DA4E-885D-F12E45F2D101}" presName="parSpace" presStyleCnt="0"/>
      <dgm:spPr/>
    </dgm:pt>
    <dgm:pt modelId="{9B9FA178-DDC6-1D4A-9DCA-E60EBDA2C771}" type="pres">
      <dgm:prSet presAssocID="{C40863D6-6D6D-2549-B8A3-89C630D8D623}" presName="parTxOnly" presStyleLbl="node1" presStyleIdx="4" presStyleCnt="8">
        <dgm:presLayoutVars>
          <dgm:bulletEnabled val="1"/>
        </dgm:presLayoutVars>
      </dgm:prSet>
      <dgm:spPr/>
    </dgm:pt>
    <dgm:pt modelId="{22F31A78-E440-4749-A21A-15A3756FBDD5}" type="pres">
      <dgm:prSet presAssocID="{CF43ECA2-08E9-1F41-AC2E-50F72471DD7C}" presName="parSpace" presStyleCnt="0"/>
      <dgm:spPr/>
    </dgm:pt>
    <dgm:pt modelId="{EE005953-7D82-9945-A799-B1668F6191BD}" type="pres">
      <dgm:prSet presAssocID="{D4875111-490F-1D4F-B7B1-06E672B43ECB}" presName="parTxOnly" presStyleLbl="node1" presStyleIdx="5" presStyleCnt="8">
        <dgm:presLayoutVars>
          <dgm:bulletEnabled val="1"/>
        </dgm:presLayoutVars>
      </dgm:prSet>
      <dgm:spPr/>
    </dgm:pt>
    <dgm:pt modelId="{B0EB5937-DAB6-FE4D-B6D1-9B141F76E783}" type="pres">
      <dgm:prSet presAssocID="{5AD291D1-E0B6-9B48-B059-98C77842BD50}" presName="parSpace" presStyleCnt="0"/>
      <dgm:spPr/>
    </dgm:pt>
    <dgm:pt modelId="{B6B00CE4-0DE5-314A-80EB-298E24207DD6}" type="pres">
      <dgm:prSet presAssocID="{B146519D-436B-B742-BB1F-07CFD86D1B09}" presName="parTxOnly" presStyleLbl="node1" presStyleIdx="6" presStyleCnt="8">
        <dgm:presLayoutVars>
          <dgm:bulletEnabled val="1"/>
        </dgm:presLayoutVars>
      </dgm:prSet>
      <dgm:spPr/>
    </dgm:pt>
    <dgm:pt modelId="{A1105B4B-BAA3-D94D-A67A-28B6F769A0D2}" type="pres">
      <dgm:prSet presAssocID="{F9D2470F-0256-4045-839F-61EC15FEA083}" presName="parSpace" presStyleCnt="0"/>
      <dgm:spPr/>
    </dgm:pt>
    <dgm:pt modelId="{E3B654DF-8808-3943-8DE7-041390E9BEAE}" type="pres">
      <dgm:prSet presAssocID="{B7468D0C-BAF4-9241-8156-ABE69FA660C9}" presName="parTxOnly" presStyleLbl="node1" presStyleIdx="7" presStyleCnt="8">
        <dgm:presLayoutVars>
          <dgm:bulletEnabled val="1"/>
        </dgm:presLayoutVars>
      </dgm:prSet>
      <dgm:spPr/>
    </dgm:pt>
  </dgm:ptLst>
  <dgm:cxnLst>
    <dgm:cxn modelId="{FC135C0B-33CC-CD40-B464-7DC3C8C7765B}" type="presOf" srcId="{B7468D0C-BAF4-9241-8156-ABE69FA660C9}" destId="{E3B654DF-8808-3943-8DE7-041390E9BEAE}" srcOrd="0" destOrd="0" presId="urn:microsoft.com/office/officeart/2005/8/layout/hChevron3"/>
    <dgm:cxn modelId="{6EDC8934-9BC0-2D40-AF02-CFDE0A4F6169}" type="presOf" srcId="{4A5EBC7F-4169-964C-A437-CDE4041301E8}" destId="{68DE4F6C-30ED-AB4C-AE3E-C0AAAA7D55B8}" srcOrd="0" destOrd="0" presId="urn:microsoft.com/office/officeart/2005/8/layout/hChevron3"/>
    <dgm:cxn modelId="{82E0505E-76C9-8E44-A9A0-679424F81AA4}" type="presOf" srcId="{AACCC11B-B5AD-EA42-AEF0-286A408DF97F}" destId="{B9FFAD97-B7D5-AF49-A24B-3280233A1C7D}" srcOrd="0" destOrd="0" presId="urn:microsoft.com/office/officeart/2005/8/layout/hChevron3"/>
    <dgm:cxn modelId="{854FA342-1417-D24A-B336-AB7FF2707C81}" type="presOf" srcId="{B146519D-436B-B742-BB1F-07CFD86D1B09}" destId="{B6B00CE4-0DE5-314A-80EB-298E24207DD6}" srcOrd="0" destOrd="0" presId="urn:microsoft.com/office/officeart/2005/8/layout/hChevron3"/>
    <dgm:cxn modelId="{C8FAD256-0F04-8B46-ACF5-00C3D4EFBFA5}" srcId="{9A6670C3-5ED1-6B4D-A5C8-77CE49339A9A}" destId="{AACCC11B-B5AD-EA42-AEF0-286A408DF97F}" srcOrd="3" destOrd="0" parTransId="{8905F668-4541-7848-A1D5-F4DD5655AB83}" sibTransId="{FA8C1720-C86E-DA4E-885D-F12E45F2D101}"/>
    <dgm:cxn modelId="{5C117758-635D-8043-91CF-1B06B156B912}" type="presOf" srcId="{124C90FD-A1BA-DE49-93A9-3647D399B261}" destId="{0EEFF695-B66A-744D-BA5B-63629739D0CD}" srcOrd="0" destOrd="0" presId="urn:microsoft.com/office/officeart/2005/8/layout/hChevron3"/>
    <dgm:cxn modelId="{26F10A5A-E801-9448-9A98-49D1FE196CD7}" srcId="{9A6670C3-5ED1-6B4D-A5C8-77CE49339A9A}" destId="{D4875111-490F-1D4F-B7B1-06E672B43ECB}" srcOrd="5" destOrd="0" parTransId="{C9196F4E-1BA3-D146-BA7E-A0C55B404161}" sibTransId="{5AD291D1-E0B6-9B48-B059-98C77842BD50}"/>
    <dgm:cxn modelId="{9D756DA1-87DD-1440-9817-6C19E0D4A613}" srcId="{9A6670C3-5ED1-6B4D-A5C8-77CE49339A9A}" destId="{B7468D0C-BAF4-9241-8156-ABE69FA660C9}" srcOrd="7" destOrd="0" parTransId="{4D0372A3-CFFC-164C-A8F8-03877DA72D8F}" sibTransId="{BD567386-F146-034B-B9F3-E426C057D417}"/>
    <dgm:cxn modelId="{98B93CAB-0524-4047-A49A-66CBA76BB961}" srcId="{9A6670C3-5ED1-6B4D-A5C8-77CE49339A9A}" destId="{124C90FD-A1BA-DE49-93A9-3647D399B261}" srcOrd="1" destOrd="0" parTransId="{DD7A76D4-3677-4845-9D81-6C65BFF3888E}" sibTransId="{E396D823-59CB-E84C-9E69-157682A45104}"/>
    <dgm:cxn modelId="{D35502BE-65F2-0041-B8DE-1EB85FC00C8B}" type="presOf" srcId="{C40863D6-6D6D-2549-B8A3-89C630D8D623}" destId="{9B9FA178-DDC6-1D4A-9DCA-E60EBDA2C771}" srcOrd="0" destOrd="0" presId="urn:microsoft.com/office/officeart/2005/8/layout/hChevron3"/>
    <dgm:cxn modelId="{BB67C9DA-66D1-164B-A2B7-850B585E55DA}" type="presOf" srcId="{D4875111-490F-1D4F-B7B1-06E672B43ECB}" destId="{EE005953-7D82-9945-A799-B1668F6191BD}" srcOrd="0" destOrd="0" presId="urn:microsoft.com/office/officeart/2005/8/layout/hChevron3"/>
    <dgm:cxn modelId="{5764C7E0-4ED6-7B4C-87E4-AB54D6822029}" type="presOf" srcId="{9A6670C3-5ED1-6B4D-A5C8-77CE49339A9A}" destId="{510EEC00-9EDD-E94C-9287-16C3238143C7}" srcOrd="0" destOrd="0" presId="urn:microsoft.com/office/officeart/2005/8/layout/hChevron3"/>
    <dgm:cxn modelId="{14F5DBED-DC3D-DB41-819F-BF2FC9E8DB7D}" srcId="{9A6670C3-5ED1-6B4D-A5C8-77CE49339A9A}" destId="{B146519D-436B-B742-BB1F-07CFD86D1B09}" srcOrd="6" destOrd="0" parTransId="{74FAA5B7-786D-2849-9AA4-F62AA25ADA9B}" sibTransId="{F9D2470F-0256-4045-839F-61EC15FEA083}"/>
    <dgm:cxn modelId="{038718F0-6B0F-5B44-9E1B-17B4680A7900}" srcId="{9A6670C3-5ED1-6B4D-A5C8-77CE49339A9A}" destId="{01147598-BC22-7742-8F83-1DCC0A2403CA}" srcOrd="0" destOrd="0" parTransId="{BFB56930-0155-1E4A-BD9C-1225EC041408}" sibTransId="{D13E9C04-FF59-B643-8B9D-EC7E82AE759B}"/>
    <dgm:cxn modelId="{B5CBAFF4-33FA-7D45-8E46-FF540B317003}" srcId="{9A6670C3-5ED1-6B4D-A5C8-77CE49339A9A}" destId="{4A5EBC7F-4169-964C-A437-CDE4041301E8}" srcOrd="2" destOrd="0" parTransId="{8B39A774-5561-D047-9655-3A5B9E0A289E}" sibTransId="{B482DBF1-22D2-704A-A9A1-7E4E4914A2A5}"/>
    <dgm:cxn modelId="{F1DB87F5-BA31-F244-BD15-37D2F01C325C}" srcId="{9A6670C3-5ED1-6B4D-A5C8-77CE49339A9A}" destId="{C40863D6-6D6D-2549-B8A3-89C630D8D623}" srcOrd="4" destOrd="0" parTransId="{20C264D0-FCC7-4C4F-98C3-2EDE950DDF4E}" sibTransId="{CF43ECA2-08E9-1F41-AC2E-50F72471DD7C}"/>
    <dgm:cxn modelId="{0D4DD9FA-FFC5-BF4E-A465-A31BAF55077E}" type="presOf" srcId="{01147598-BC22-7742-8F83-1DCC0A2403CA}" destId="{EAD19D87-AB43-CE43-A09B-6BF226EB9FD6}" srcOrd="0" destOrd="0" presId="urn:microsoft.com/office/officeart/2005/8/layout/hChevron3"/>
    <dgm:cxn modelId="{B7E7017E-A6A4-C64A-953F-769636725A19}" type="presParOf" srcId="{510EEC00-9EDD-E94C-9287-16C3238143C7}" destId="{EAD19D87-AB43-CE43-A09B-6BF226EB9FD6}" srcOrd="0" destOrd="0" presId="urn:microsoft.com/office/officeart/2005/8/layout/hChevron3"/>
    <dgm:cxn modelId="{0AC3E30C-A950-4B4D-B567-02F3EF5BC09C}" type="presParOf" srcId="{510EEC00-9EDD-E94C-9287-16C3238143C7}" destId="{0A167477-DAD5-BE4E-A5E7-1E4EBC3EF82B}" srcOrd="1" destOrd="0" presId="urn:microsoft.com/office/officeart/2005/8/layout/hChevron3"/>
    <dgm:cxn modelId="{F2ED7444-3611-2E4C-9A8A-8ECCE4DD6B40}" type="presParOf" srcId="{510EEC00-9EDD-E94C-9287-16C3238143C7}" destId="{0EEFF695-B66A-744D-BA5B-63629739D0CD}" srcOrd="2" destOrd="0" presId="urn:microsoft.com/office/officeart/2005/8/layout/hChevron3"/>
    <dgm:cxn modelId="{97A52F03-1E02-294E-ACD8-96DE3E5F5198}" type="presParOf" srcId="{510EEC00-9EDD-E94C-9287-16C3238143C7}" destId="{59CF5D09-54F3-EE4D-B92B-CBDB0202B343}" srcOrd="3" destOrd="0" presId="urn:microsoft.com/office/officeart/2005/8/layout/hChevron3"/>
    <dgm:cxn modelId="{098D1560-F78F-3D4B-88F3-5D99E6402445}" type="presParOf" srcId="{510EEC00-9EDD-E94C-9287-16C3238143C7}" destId="{68DE4F6C-30ED-AB4C-AE3E-C0AAAA7D55B8}" srcOrd="4" destOrd="0" presId="urn:microsoft.com/office/officeart/2005/8/layout/hChevron3"/>
    <dgm:cxn modelId="{3DB10F46-87A6-9C42-AD3E-0F7228F9657E}" type="presParOf" srcId="{510EEC00-9EDD-E94C-9287-16C3238143C7}" destId="{0094D06D-6AEA-6E45-B3D4-3377D5A83D7F}" srcOrd="5" destOrd="0" presId="urn:microsoft.com/office/officeart/2005/8/layout/hChevron3"/>
    <dgm:cxn modelId="{EA36B222-5719-A249-87A3-CE73560B8D28}" type="presParOf" srcId="{510EEC00-9EDD-E94C-9287-16C3238143C7}" destId="{B9FFAD97-B7D5-AF49-A24B-3280233A1C7D}" srcOrd="6" destOrd="0" presId="urn:microsoft.com/office/officeart/2005/8/layout/hChevron3"/>
    <dgm:cxn modelId="{D3F04440-BFD3-4942-827E-BA92E951FCBE}" type="presParOf" srcId="{510EEC00-9EDD-E94C-9287-16C3238143C7}" destId="{716B1CAA-5A98-3E49-A5F2-420190B166C3}" srcOrd="7" destOrd="0" presId="urn:microsoft.com/office/officeart/2005/8/layout/hChevron3"/>
    <dgm:cxn modelId="{DAC7810C-799E-C545-8BFA-EDF53340F083}" type="presParOf" srcId="{510EEC00-9EDD-E94C-9287-16C3238143C7}" destId="{9B9FA178-DDC6-1D4A-9DCA-E60EBDA2C771}" srcOrd="8" destOrd="0" presId="urn:microsoft.com/office/officeart/2005/8/layout/hChevron3"/>
    <dgm:cxn modelId="{FBD9F9D2-08A2-EA49-8F7D-AD44ABEFB035}" type="presParOf" srcId="{510EEC00-9EDD-E94C-9287-16C3238143C7}" destId="{22F31A78-E440-4749-A21A-15A3756FBDD5}" srcOrd="9" destOrd="0" presId="urn:microsoft.com/office/officeart/2005/8/layout/hChevron3"/>
    <dgm:cxn modelId="{DF81F0A5-F81D-A647-9746-B0CEAB845CF6}" type="presParOf" srcId="{510EEC00-9EDD-E94C-9287-16C3238143C7}" destId="{EE005953-7D82-9945-A799-B1668F6191BD}" srcOrd="10" destOrd="0" presId="urn:microsoft.com/office/officeart/2005/8/layout/hChevron3"/>
    <dgm:cxn modelId="{08263F4B-1C7A-8B47-8B01-D6E55E54705D}" type="presParOf" srcId="{510EEC00-9EDD-E94C-9287-16C3238143C7}" destId="{B0EB5937-DAB6-FE4D-B6D1-9B141F76E783}" srcOrd="11" destOrd="0" presId="urn:microsoft.com/office/officeart/2005/8/layout/hChevron3"/>
    <dgm:cxn modelId="{8DC2B314-A357-CD46-9958-6D1FCE204BF4}" type="presParOf" srcId="{510EEC00-9EDD-E94C-9287-16C3238143C7}" destId="{B6B00CE4-0DE5-314A-80EB-298E24207DD6}" srcOrd="12" destOrd="0" presId="urn:microsoft.com/office/officeart/2005/8/layout/hChevron3"/>
    <dgm:cxn modelId="{7E0A9CE1-C8CA-2F4C-8EEC-5093F0D566A9}" type="presParOf" srcId="{510EEC00-9EDD-E94C-9287-16C3238143C7}" destId="{A1105B4B-BAA3-D94D-A67A-28B6F769A0D2}" srcOrd="13" destOrd="0" presId="urn:microsoft.com/office/officeart/2005/8/layout/hChevron3"/>
    <dgm:cxn modelId="{597F07DE-94C6-8148-958E-2B3092679A31}" type="presParOf" srcId="{510EEC00-9EDD-E94C-9287-16C3238143C7}" destId="{E3B654DF-8808-3943-8DE7-041390E9BEAE}" srcOrd="1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6670C3-5ED1-6B4D-A5C8-77CE49339A9A}" type="doc">
      <dgm:prSet loTypeId="urn:microsoft.com/office/officeart/2005/8/layout/hChevron3" loCatId="" qsTypeId="urn:microsoft.com/office/officeart/2005/8/quickstyle/simple2" qsCatId="simple" csTypeId="urn:microsoft.com/office/officeart/2005/8/colors/accent0_3" csCatId="mainScheme" phldr="1"/>
      <dgm:spPr/>
    </dgm:pt>
    <dgm:pt modelId="{01147598-BC22-7742-8F83-1DCC0A2403CA}">
      <dgm:prSet phldrT="[Text]"/>
      <dgm:spPr/>
      <dgm:t>
        <a:bodyPr/>
        <a:lstStyle/>
        <a:p>
          <a:r>
            <a:rPr lang="en-GB"/>
            <a:t>Section 1</a:t>
          </a:r>
        </a:p>
      </dgm:t>
    </dgm:pt>
    <dgm:pt modelId="{BFB56930-0155-1E4A-BD9C-1225EC041408}" type="parTrans" cxnId="{038718F0-6B0F-5B44-9E1B-17B4680A7900}">
      <dgm:prSet/>
      <dgm:spPr/>
      <dgm:t>
        <a:bodyPr/>
        <a:lstStyle/>
        <a:p>
          <a:endParaRPr lang="en-GB"/>
        </a:p>
      </dgm:t>
    </dgm:pt>
    <dgm:pt modelId="{D13E9C04-FF59-B643-8B9D-EC7E82AE759B}" type="sibTrans" cxnId="{038718F0-6B0F-5B44-9E1B-17B4680A7900}">
      <dgm:prSet/>
      <dgm:spPr/>
      <dgm:t>
        <a:bodyPr/>
        <a:lstStyle/>
        <a:p>
          <a:endParaRPr lang="en-GB"/>
        </a:p>
      </dgm:t>
    </dgm:pt>
    <dgm:pt modelId="{124C90FD-A1BA-DE49-93A9-3647D399B261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1.1</a:t>
          </a:r>
        </a:p>
      </dgm:t>
    </dgm:pt>
    <dgm:pt modelId="{DD7A76D4-3677-4845-9D81-6C65BFF3888E}" type="parTrans" cxnId="{98B93CAB-0524-4047-A49A-66CBA76BB961}">
      <dgm:prSet/>
      <dgm:spPr/>
      <dgm:t>
        <a:bodyPr/>
        <a:lstStyle/>
        <a:p>
          <a:endParaRPr lang="en-GB"/>
        </a:p>
      </dgm:t>
    </dgm:pt>
    <dgm:pt modelId="{E396D823-59CB-E84C-9E69-157682A45104}" type="sibTrans" cxnId="{98B93CAB-0524-4047-A49A-66CBA76BB961}">
      <dgm:prSet/>
      <dgm:spPr/>
      <dgm:t>
        <a:bodyPr/>
        <a:lstStyle/>
        <a:p>
          <a:endParaRPr lang="en-GB"/>
        </a:p>
      </dgm:t>
    </dgm:pt>
    <dgm:pt modelId="{4A5EBC7F-4169-964C-A437-CDE4041301E8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1.2</a:t>
          </a:r>
        </a:p>
      </dgm:t>
    </dgm:pt>
    <dgm:pt modelId="{8B39A774-5561-D047-9655-3A5B9E0A289E}" type="parTrans" cxnId="{B5CBAFF4-33FA-7D45-8E46-FF540B317003}">
      <dgm:prSet/>
      <dgm:spPr/>
      <dgm:t>
        <a:bodyPr/>
        <a:lstStyle/>
        <a:p>
          <a:endParaRPr lang="en-GB"/>
        </a:p>
      </dgm:t>
    </dgm:pt>
    <dgm:pt modelId="{B482DBF1-22D2-704A-A9A1-7E4E4914A2A5}" type="sibTrans" cxnId="{B5CBAFF4-33FA-7D45-8E46-FF540B317003}">
      <dgm:prSet/>
      <dgm:spPr/>
      <dgm:t>
        <a:bodyPr/>
        <a:lstStyle/>
        <a:p>
          <a:endParaRPr lang="en-GB"/>
        </a:p>
      </dgm:t>
    </dgm:pt>
    <dgm:pt modelId="{AACCC11B-B5AD-EA42-AEF0-286A408DF97F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2</a:t>
          </a:r>
        </a:p>
      </dgm:t>
    </dgm:pt>
    <dgm:pt modelId="{8905F668-4541-7848-A1D5-F4DD5655AB83}" type="parTrans" cxnId="{C8FAD256-0F04-8B46-ACF5-00C3D4EFBFA5}">
      <dgm:prSet/>
      <dgm:spPr/>
      <dgm:t>
        <a:bodyPr/>
        <a:lstStyle/>
        <a:p>
          <a:endParaRPr lang="en-GB"/>
        </a:p>
      </dgm:t>
    </dgm:pt>
    <dgm:pt modelId="{FA8C1720-C86E-DA4E-885D-F12E45F2D101}" type="sibTrans" cxnId="{C8FAD256-0F04-8B46-ACF5-00C3D4EFBFA5}">
      <dgm:prSet/>
      <dgm:spPr/>
      <dgm:t>
        <a:bodyPr/>
        <a:lstStyle/>
        <a:p>
          <a:endParaRPr lang="en-GB"/>
        </a:p>
      </dgm:t>
    </dgm:pt>
    <dgm:pt modelId="{C40863D6-6D6D-2549-B8A3-89C630D8D623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2.1</a:t>
          </a:r>
        </a:p>
      </dgm:t>
    </dgm:pt>
    <dgm:pt modelId="{20C264D0-FCC7-4C4F-98C3-2EDE950DDF4E}" type="parTrans" cxnId="{F1DB87F5-BA31-F244-BD15-37D2F01C325C}">
      <dgm:prSet/>
      <dgm:spPr/>
      <dgm:t>
        <a:bodyPr/>
        <a:lstStyle/>
        <a:p>
          <a:endParaRPr lang="en-GB"/>
        </a:p>
      </dgm:t>
    </dgm:pt>
    <dgm:pt modelId="{CF43ECA2-08E9-1F41-AC2E-50F72471DD7C}" type="sibTrans" cxnId="{F1DB87F5-BA31-F244-BD15-37D2F01C325C}">
      <dgm:prSet/>
      <dgm:spPr/>
      <dgm:t>
        <a:bodyPr/>
        <a:lstStyle/>
        <a:p>
          <a:endParaRPr lang="en-GB"/>
        </a:p>
      </dgm:t>
    </dgm:pt>
    <dgm:pt modelId="{D4875111-490F-1D4F-B7B1-06E672B43ECB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2.2</a:t>
          </a:r>
        </a:p>
      </dgm:t>
    </dgm:pt>
    <dgm:pt modelId="{C9196F4E-1BA3-D146-BA7E-A0C55B404161}" type="parTrans" cxnId="{26F10A5A-E801-9448-9A98-49D1FE196CD7}">
      <dgm:prSet/>
      <dgm:spPr/>
      <dgm:t>
        <a:bodyPr/>
        <a:lstStyle/>
        <a:p>
          <a:endParaRPr lang="en-GB"/>
        </a:p>
      </dgm:t>
    </dgm:pt>
    <dgm:pt modelId="{5AD291D1-E0B6-9B48-B059-98C77842BD50}" type="sibTrans" cxnId="{26F10A5A-E801-9448-9A98-49D1FE196CD7}">
      <dgm:prSet/>
      <dgm:spPr/>
      <dgm:t>
        <a:bodyPr/>
        <a:lstStyle/>
        <a:p>
          <a:endParaRPr lang="en-GB"/>
        </a:p>
      </dgm:t>
    </dgm:pt>
    <dgm:pt modelId="{B146519D-436B-B742-BB1F-07CFD86D1B09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3</a:t>
          </a:r>
        </a:p>
      </dgm:t>
    </dgm:pt>
    <dgm:pt modelId="{74FAA5B7-786D-2849-9AA4-F62AA25ADA9B}" type="parTrans" cxnId="{14F5DBED-DC3D-DB41-819F-BF2FC9E8DB7D}">
      <dgm:prSet/>
      <dgm:spPr/>
      <dgm:t>
        <a:bodyPr/>
        <a:lstStyle/>
        <a:p>
          <a:endParaRPr lang="en-GB"/>
        </a:p>
      </dgm:t>
    </dgm:pt>
    <dgm:pt modelId="{F9D2470F-0256-4045-839F-61EC15FEA083}" type="sibTrans" cxnId="{14F5DBED-DC3D-DB41-819F-BF2FC9E8DB7D}">
      <dgm:prSet/>
      <dgm:spPr/>
      <dgm:t>
        <a:bodyPr/>
        <a:lstStyle/>
        <a:p>
          <a:endParaRPr lang="en-GB"/>
        </a:p>
      </dgm:t>
    </dgm:pt>
    <dgm:pt modelId="{B7468D0C-BAF4-9241-8156-ABE69FA660C9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4</a:t>
          </a:r>
        </a:p>
      </dgm:t>
    </dgm:pt>
    <dgm:pt modelId="{4D0372A3-CFFC-164C-A8F8-03877DA72D8F}" type="parTrans" cxnId="{9D756DA1-87DD-1440-9817-6C19E0D4A613}">
      <dgm:prSet/>
      <dgm:spPr/>
      <dgm:t>
        <a:bodyPr/>
        <a:lstStyle/>
        <a:p>
          <a:endParaRPr lang="en-GB"/>
        </a:p>
      </dgm:t>
    </dgm:pt>
    <dgm:pt modelId="{BD567386-F146-034B-B9F3-E426C057D417}" type="sibTrans" cxnId="{9D756DA1-87DD-1440-9817-6C19E0D4A613}">
      <dgm:prSet/>
      <dgm:spPr/>
      <dgm:t>
        <a:bodyPr/>
        <a:lstStyle/>
        <a:p>
          <a:endParaRPr lang="en-GB"/>
        </a:p>
      </dgm:t>
    </dgm:pt>
    <dgm:pt modelId="{510EEC00-9EDD-E94C-9287-16C3238143C7}" type="pres">
      <dgm:prSet presAssocID="{9A6670C3-5ED1-6B4D-A5C8-77CE49339A9A}" presName="Name0" presStyleCnt="0">
        <dgm:presLayoutVars>
          <dgm:dir/>
          <dgm:resizeHandles val="exact"/>
        </dgm:presLayoutVars>
      </dgm:prSet>
      <dgm:spPr/>
    </dgm:pt>
    <dgm:pt modelId="{EAD19D87-AB43-CE43-A09B-6BF226EB9FD6}" type="pres">
      <dgm:prSet presAssocID="{01147598-BC22-7742-8F83-1DCC0A2403CA}" presName="parTxOnly" presStyleLbl="node1" presStyleIdx="0" presStyleCnt="8">
        <dgm:presLayoutVars>
          <dgm:bulletEnabled val="1"/>
        </dgm:presLayoutVars>
      </dgm:prSet>
      <dgm:spPr/>
    </dgm:pt>
    <dgm:pt modelId="{0A167477-DAD5-BE4E-A5E7-1E4EBC3EF82B}" type="pres">
      <dgm:prSet presAssocID="{D13E9C04-FF59-B643-8B9D-EC7E82AE759B}" presName="parSpace" presStyleCnt="0"/>
      <dgm:spPr/>
    </dgm:pt>
    <dgm:pt modelId="{0EEFF695-B66A-744D-BA5B-63629739D0CD}" type="pres">
      <dgm:prSet presAssocID="{124C90FD-A1BA-DE49-93A9-3647D399B261}" presName="parTxOnly" presStyleLbl="node1" presStyleIdx="1" presStyleCnt="8">
        <dgm:presLayoutVars>
          <dgm:bulletEnabled val="1"/>
        </dgm:presLayoutVars>
      </dgm:prSet>
      <dgm:spPr/>
    </dgm:pt>
    <dgm:pt modelId="{59CF5D09-54F3-EE4D-B92B-CBDB0202B343}" type="pres">
      <dgm:prSet presAssocID="{E396D823-59CB-E84C-9E69-157682A45104}" presName="parSpace" presStyleCnt="0"/>
      <dgm:spPr/>
    </dgm:pt>
    <dgm:pt modelId="{68DE4F6C-30ED-AB4C-AE3E-C0AAAA7D55B8}" type="pres">
      <dgm:prSet presAssocID="{4A5EBC7F-4169-964C-A437-CDE4041301E8}" presName="parTxOnly" presStyleLbl="node1" presStyleIdx="2" presStyleCnt="8">
        <dgm:presLayoutVars>
          <dgm:bulletEnabled val="1"/>
        </dgm:presLayoutVars>
      </dgm:prSet>
      <dgm:spPr/>
    </dgm:pt>
    <dgm:pt modelId="{0094D06D-6AEA-6E45-B3D4-3377D5A83D7F}" type="pres">
      <dgm:prSet presAssocID="{B482DBF1-22D2-704A-A9A1-7E4E4914A2A5}" presName="parSpace" presStyleCnt="0"/>
      <dgm:spPr/>
    </dgm:pt>
    <dgm:pt modelId="{B9FFAD97-B7D5-AF49-A24B-3280233A1C7D}" type="pres">
      <dgm:prSet presAssocID="{AACCC11B-B5AD-EA42-AEF0-286A408DF97F}" presName="parTxOnly" presStyleLbl="node1" presStyleIdx="3" presStyleCnt="8">
        <dgm:presLayoutVars>
          <dgm:bulletEnabled val="1"/>
        </dgm:presLayoutVars>
      </dgm:prSet>
      <dgm:spPr/>
    </dgm:pt>
    <dgm:pt modelId="{716B1CAA-5A98-3E49-A5F2-420190B166C3}" type="pres">
      <dgm:prSet presAssocID="{FA8C1720-C86E-DA4E-885D-F12E45F2D101}" presName="parSpace" presStyleCnt="0"/>
      <dgm:spPr/>
    </dgm:pt>
    <dgm:pt modelId="{9B9FA178-DDC6-1D4A-9DCA-E60EBDA2C771}" type="pres">
      <dgm:prSet presAssocID="{C40863D6-6D6D-2549-B8A3-89C630D8D623}" presName="parTxOnly" presStyleLbl="node1" presStyleIdx="4" presStyleCnt="8">
        <dgm:presLayoutVars>
          <dgm:bulletEnabled val="1"/>
        </dgm:presLayoutVars>
      </dgm:prSet>
      <dgm:spPr/>
    </dgm:pt>
    <dgm:pt modelId="{22F31A78-E440-4749-A21A-15A3756FBDD5}" type="pres">
      <dgm:prSet presAssocID="{CF43ECA2-08E9-1F41-AC2E-50F72471DD7C}" presName="parSpace" presStyleCnt="0"/>
      <dgm:spPr/>
    </dgm:pt>
    <dgm:pt modelId="{EE005953-7D82-9945-A799-B1668F6191BD}" type="pres">
      <dgm:prSet presAssocID="{D4875111-490F-1D4F-B7B1-06E672B43ECB}" presName="parTxOnly" presStyleLbl="node1" presStyleIdx="5" presStyleCnt="8">
        <dgm:presLayoutVars>
          <dgm:bulletEnabled val="1"/>
        </dgm:presLayoutVars>
      </dgm:prSet>
      <dgm:spPr/>
    </dgm:pt>
    <dgm:pt modelId="{B0EB5937-DAB6-FE4D-B6D1-9B141F76E783}" type="pres">
      <dgm:prSet presAssocID="{5AD291D1-E0B6-9B48-B059-98C77842BD50}" presName="parSpace" presStyleCnt="0"/>
      <dgm:spPr/>
    </dgm:pt>
    <dgm:pt modelId="{B6B00CE4-0DE5-314A-80EB-298E24207DD6}" type="pres">
      <dgm:prSet presAssocID="{B146519D-436B-B742-BB1F-07CFD86D1B09}" presName="parTxOnly" presStyleLbl="node1" presStyleIdx="6" presStyleCnt="8">
        <dgm:presLayoutVars>
          <dgm:bulletEnabled val="1"/>
        </dgm:presLayoutVars>
      </dgm:prSet>
      <dgm:spPr/>
    </dgm:pt>
    <dgm:pt modelId="{A1105B4B-BAA3-D94D-A67A-28B6F769A0D2}" type="pres">
      <dgm:prSet presAssocID="{F9D2470F-0256-4045-839F-61EC15FEA083}" presName="parSpace" presStyleCnt="0"/>
      <dgm:spPr/>
    </dgm:pt>
    <dgm:pt modelId="{E3B654DF-8808-3943-8DE7-041390E9BEAE}" type="pres">
      <dgm:prSet presAssocID="{B7468D0C-BAF4-9241-8156-ABE69FA660C9}" presName="parTxOnly" presStyleLbl="node1" presStyleIdx="7" presStyleCnt="8">
        <dgm:presLayoutVars>
          <dgm:bulletEnabled val="1"/>
        </dgm:presLayoutVars>
      </dgm:prSet>
      <dgm:spPr/>
    </dgm:pt>
  </dgm:ptLst>
  <dgm:cxnLst>
    <dgm:cxn modelId="{FC135C0B-33CC-CD40-B464-7DC3C8C7765B}" type="presOf" srcId="{B7468D0C-BAF4-9241-8156-ABE69FA660C9}" destId="{E3B654DF-8808-3943-8DE7-041390E9BEAE}" srcOrd="0" destOrd="0" presId="urn:microsoft.com/office/officeart/2005/8/layout/hChevron3"/>
    <dgm:cxn modelId="{6EDC8934-9BC0-2D40-AF02-CFDE0A4F6169}" type="presOf" srcId="{4A5EBC7F-4169-964C-A437-CDE4041301E8}" destId="{68DE4F6C-30ED-AB4C-AE3E-C0AAAA7D55B8}" srcOrd="0" destOrd="0" presId="urn:microsoft.com/office/officeart/2005/8/layout/hChevron3"/>
    <dgm:cxn modelId="{82E0505E-76C9-8E44-A9A0-679424F81AA4}" type="presOf" srcId="{AACCC11B-B5AD-EA42-AEF0-286A408DF97F}" destId="{B9FFAD97-B7D5-AF49-A24B-3280233A1C7D}" srcOrd="0" destOrd="0" presId="urn:microsoft.com/office/officeart/2005/8/layout/hChevron3"/>
    <dgm:cxn modelId="{854FA342-1417-D24A-B336-AB7FF2707C81}" type="presOf" srcId="{B146519D-436B-B742-BB1F-07CFD86D1B09}" destId="{B6B00CE4-0DE5-314A-80EB-298E24207DD6}" srcOrd="0" destOrd="0" presId="urn:microsoft.com/office/officeart/2005/8/layout/hChevron3"/>
    <dgm:cxn modelId="{C8FAD256-0F04-8B46-ACF5-00C3D4EFBFA5}" srcId="{9A6670C3-5ED1-6B4D-A5C8-77CE49339A9A}" destId="{AACCC11B-B5AD-EA42-AEF0-286A408DF97F}" srcOrd="3" destOrd="0" parTransId="{8905F668-4541-7848-A1D5-F4DD5655AB83}" sibTransId="{FA8C1720-C86E-DA4E-885D-F12E45F2D101}"/>
    <dgm:cxn modelId="{5C117758-635D-8043-91CF-1B06B156B912}" type="presOf" srcId="{124C90FD-A1BA-DE49-93A9-3647D399B261}" destId="{0EEFF695-B66A-744D-BA5B-63629739D0CD}" srcOrd="0" destOrd="0" presId="urn:microsoft.com/office/officeart/2005/8/layout/hChevron3"/>
    <dgm:cxn modelId="{26F10A5A-E801-9448-9A98-49D1FE196CD7}" srcId="{9A6670C3-5ED1-6B4D-A5C8-77CE49339A9A}" destId="{D4875111-490F-1D4F-B7B1-06E672B43ECB}" srcOrd="5" destOrd="0" parTransId="{C9196F4E-1BA3-D146-BA7E-A0C55B404161}" sibTransId="{5AD291D1-E0B6-9B48-B059-98C77842BD50}"/>
    <dgm:cxn modelId="{9D756DA1-87DD-1440-9817-6C19E0D4A613}" srcId="{9A6670C3-5ED1-6B4D-A5C8-77CE49339A9A}" destId="{B7468D0C-BAF4-9241-8156-ABE69FA660C9}" srcOrd="7" destOrd="0" parTransId="{4D0372A3-CFFC-164C-A8F8-03877DA72D8F}" sibTransId="{BD567386-F146-034B-B9F3-E426C057D417}"/>
    <dgm:cxn modelId="{98B93CAB-0524-4047-A49A-66CBA76BB961}" srcId="{9A6670C3-5ED1-6B4D-A5C8-77CE49339A9A}" destId="{124C90FD-A1BA-DE49-93A9-3647D399B261}" srcOrd="1" destOrd="0" parTransId="{DD7A76D4-3677-4845-9D81-6C65BFF3888E}" sibTransId="{E396D823-59CB-E84C-9E69-157682A45104}"/>
    <dgm:cxn modelId="{D35502BE-65F2-0041-B8DE-1EB85FC00C8B}" type="presOf" srcId="{C40863D6-6D6D-2549-B8A3-89C630D8D623}" destId="{9B9FA178-DDC6-1D4A-9DCA-E60EBDA2C771}" srcOrd="0" destOrd="0" presId="urn:microsoft.com/office/officeart/2005/8/layout/hChevron3"/>
    <dgm:cxn modelId="{BB67C9DA-66D1-164B-A2B7-850B585E55DA}" type="presOf" srcId="{D4875111-490F-1D4F-B7B1-06E672B43ECB}" destId="{EE005953-7D82-9945-A799-B1668F6191BD}" srcOrd="0" destOrd="0" presId="urn:microsoft.com/office/officeart/2005/8/layout/hChevron3"/>
    <dgm:cxn modelId="{5764C7E0-4ED6-7B4C-87E4-AB54D6822029}" type="presOf" srcId="{9A6670C3-5ED1-6B4D-A5C8-77CE49339A9A}" destId="{510EEC00-9EDD-E94C-9287-16C3238143C7}" srcOrd="0" destOrd="0" presId="urn:microsoft.com/office/officeart/2005/8/layout/hChevron3"/>
    <dgm:cxn modelId="{14F5DBED-DC3D-DB41-819F-BF2FC9E8DB7D}" srcId="{9A6670C3-5ED1-6B4D-A5C8-77CE49339A9A}" destId="{B146519D-436B-B742-BB1F-07CFD86D1B09}" srcOrd="6" destOrd="0" parTransId="{74FAA5B7-786D-2849-9AA4-F62AA25ADA9B}" sibTransId="{F9D2470F-0256-4045-839F-61EC15FEA083}"/>
    <dgm:cxn modelId="{038718F0-6B0F-5B44-9E1B-17B4680A7900}" srcId="{9A6670C3-5ED1-6B4D-A5C8-77CE49339A9A}" destId="{01147598-BC22-7742-8F83-1DCC0A2403CA}" srcOrd="0" destOrd="0" parTransId="{BFB56930-0155-1E4A-BD9C-1225EC041408}" sibTransId="{D13E9C04-FF59-B643-8B9D-EC7E82AE759B}"/>
    <dgm:cxn modelId="{B5CBAFF4-33FA-7D45-8E46-FF540B317003}" srcId="{9A6670C3-5ED1-6B4D-A5C8-77CE49339A9A}" destId="{4A5EBC7F-4169-964C-A437-CDE4041301E8}" srcOrd="2" destOrd="0" parTransId="{8B39A774-5561-D047-9655-3A5B9E0A289E}" sibTransId="{B482DBF1-22D2-704A-A9A1-7E4E4914A2A5}"/>
    <dgm:cxn modelId="{F1DB87F5-BA31-F244-BD15-37D2F01C325C}" srcId="{9A6670C3-5ED1-6B4D-A5C8-77CE49339A9A}" destId="{C40863D6-6D6D-2549-B8A3-89C630D8D623}" srcOrd="4" destOrd="0" parTransId="{20C264D0-FCC7-4C4F-98C3-2EDE950DDF4E}" sibTransId="{CF43ECA2-08E9-1F41-AC2E-50F72471DD7C}"/>
    <dgm:cxn modelId="{0D4DD9FA-FFC5-BF4E-A465-A31BAF55077E}" type="presOf" srcId="{01147598-BC22-7742-8F83-1DCC0A2403CA}" destId="{EAD19D87-AB43-CE43-A09B-6BF226EB9FD6}" srcOrd="0" destOrd="0" presId="urn:microsoft.com/office/officeart/2005/8/layout/hChevron3"/>
    <dgm:cxn modelId="{B7E7017E-A6A4-C64A-953F-769636725A19}" type="presParOf" srcId="{510EEC00-9EDD-E94C-9287-16C3238143C7}" destId="{EAD19D87-AB43-CE43-A09B-6BF226EB9FD6}" srcOrd="0" destOrd="0" presId="urn:microsoft.com/office/officeart/2005/8/layout/hChevron3"/>
    <dgm:cxn modelId="{0AC3E30C-A950-4B4D-B567-02F3EF5BC09C}" type="presParOf" srcId="{510EEC00-9EDD-E94C-9287-16C3238143C7}" destId="{0A167477-DAD5-BE4E-A5E7-1E4EBC3EF82B}" srcOrd="1" destOrd="0" presId="urn:microsoft.com/office/officeart/2005/8/layout/hChevron3"/>
    <dgm:cxn modelId="{F2ED7444-3611-2E4C-9A8A-8ECCE4DD6B40}" type="presParOf" srcId="{510EEC00-9EDD-E94C-9287-16C3238143C7}" destId="{0EEFF695-B66A-744D-BA5B-63629739D0CD}" srcOrd="2" destOrd="0" presId="urn:microsoft.com/office/officeart/2005/8/layout/hChevron3"/>
    <dgm:cxn modelId="{97A52F03-1E02-294E-ACD8-96DE3E5F5198}" type="presParOf" srcId="{510EEC00-9EDD-E94C-9287-16C3238143C7}" destId="{59CF5D09-54F3-EE4D-B92B-CBDB0202B343}" srcOrd="3" destOrd="0" presId="urn:microsoft.com/office/officeart/2005/8/layout/hChevron3"/>
    <dgm:cxn modelId="{098D1560-F78F-3D4B-88F3-5D99E6402445}" type="presParOf" srcId="{510EEC00-9EDD-E94C-9287-16C3238143C7}" destId="{68DE4F6C-30ED-AB4C-AE3E-C0AAAA7D55B8}" srcOrd="4" destOrd="0" presId="urn:microsoft.com/office/officeart/2005/8/layout/hChevron3"/>
    <dgm:cxn modelId="{3DB10F46-87A6-9C42-AD3E-0F7228F9657E}" type="presParOf" srcId="{510EEC00-9EDD-E94C-9287-16C3238143C7}" destId="{0094D06D-6AEA-6E45-B3D4-3377D5A83D7F}" srcOrd="5" destOrd="0" presId="urn:microsoft.com/office/officeart/2005/8/layout/hChevron3"/>
    <dgm:cxn modelId="{EA36B222-5719-A249-87A3-CE73560B8D28}" type="presParOf" srcId="{510EEC00-9EDD-E94C-9287-16C3238143C7}" destId="{B9FFAD97-B7D5-AF49-A24B-3280233A1C7D}" srcOrd="6" destOrd="0" presId="urn:microsoft.com/office/officeart/2005/8/layout/hChevron3"/>
    <dgm:cxn modelId="{D3F04440-BFD3-4942-827E-BA92E951FCBE}" type="presParOf" srcId="{510EEC00-9EDD-E94C-9287-16C3238143C7}" destId="{716B1CAA-5A98-3E49-A5F2-420190B166C3}" srcOrd="7" destOrd="0" presId="urn:microsoft.com/office/officeart/2005/8/layout/hChevron3"/>
    <dgm:cxn modelId="{DAC7810C-799E-C545-8BFA-EDF53340F083}" type="presParOf" srcId="{510EEC00-9EDD-E94C-9287-16C3238143C7}" destId="{9B9FA178-DDC6-1D4A-9DCA-E60EBDA2C771}" srcOrd="8" destOrd="0" presId="urn:microsoft.com/office/officeart/2005/8/layout/hChevron3"/>
    <dgm:cxn modelId="{FBD9F9D2-08A2-EA49-8F7D-AD44ABEFB035}" type="presParOf" srcId="{510EEC00-9EDD-E94C-9287-16C3238143C7}" destId="{22F31A78-E440-4749-A21A-15A3756FBDD5}" srcOrd="9" destOrd="0" presId="urn:microsoft.com/office/officeart/2005/8/layout/hChevron3"/>
    <dgm:cxn modelId="{DF81F0A5-F81D-A647-9746-B0CEAB845CF6}" type="presParOf" srcId="{510EEC00-9EDD-E94C-9287-16C3238143C7}" destId="{EE005953-7D82-9945-A799-B1668F6191BD}" srcOrd="10" destOrd="0" presId="urn:microsoft.com/office/officeart/2005/8/layout/hChevron3"/>
    <dgm:cxn modelId="{08263F4B-1C7A-8B47-8B01-D6E55E54705D}" type="presParOf" srcId="{510EEC00-9EDD-E94C-9287-16C3238143C7}" destId="{B0EB5937-DAB6-FE4D-B6D1-9B141F76E783}" srcOrd="11" destOrd="0" presId="urn:microsoft.com/office/officeart/2005/8/layout/hChevron3"/>
    <dgm:cxn modelId="{8DC2B314-A357-CD46-9958-6D1FCE204BF4}" type="presParOf" srcId="{510EEC00-9EDD-E94C-9287-16C3238143C7}" destId="{B6B00CE4-0DE5-314A-80EB-298E24207DD6}" srcOrd="12" destOrd="0" presId="urn:microsoft.com/office/officeart/2005/8/layout/hChevron3"/>
    <dgm:cxn modelId="{7E0A9CE1-C8CA-2F4C-8EEC-5093F0D566A9}" type="presParOf" srcId="{510EEC00-9EDD-E94C-9287-16C3238143C7}" destId="{A1105B4B-BAA3-D94D-A67A-28B6F769A0D2}" srcOrd="13" destOrd="0" presId="urn:microsoft.com/office/officeart/2005/8/layout/hChevron3"/>
    <dgm:cxn modelId="{597F07DE-94C6-8148-958E-2B3092679A31}" type="presParOf" srcId="{510EEC00-9EDD-E94C-9287-16C3238143C7}" destId="{E3B654DF-8808-3943-8DE7-041390E9BEAE}" srcOrd="1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6670C3-5ED1-6B4D-A5C8-77CE49339A9A}" type="doc">
      <dgm:prSet loTypeId="urn:microsoft.com/office/officeart/2005/8/layout/hChevron3" loCatId="" qsTypeId="urn:microsoft.com/office/officeart/2005/8/quickstyle/simple2" qsCatId="simple" csTypeId="urn:microsoft.com/office/officeart/2005/8/colors/accent0_3" csCatId="mainScheme" phldr="1"/>
      <dgm:spPr/>
    </dgm:pt>
    <dgm:pt modelId="{01147598-BC22-7742-8F83-1DCC0A2403CA}">
      <dgm:prSet phldrT="[Text]"/>
      <dgm:spPr>
        <a:solidFill>
          <a:srgbClr val="173F6D"/>
        </a:solidFill>
      </dgm:spPr>
      <dgm:t>
        <a:bodyPr/>
        <a:lstStyle/>
        <a:p>
          <a:r>
            <a:rPr lang="en-GB"/>
            <a:t>Section 1</a:t>
          </a:r>
        </a:p>
      </dgm:t>
    </dgm:pt>
    <dgm:pt modelId="{BFB56930-0155-1E4A-BD9C-1225EC041408}" type="parTrans" cxnId="{038718F0-6B0F-5B44-9E1B-17B4680A7900}">
      <dgm:prSet/>
      <dgm:spPr/>
      <dgm:t>
        <a:bodyPr/>
        <a:lstStyle/>
        <a:p>
          <a:endParaRPr lang="en-GB"/>
        </a:p>
      </dgm:t>
    </dgm:pt>
    <dgm:pt modelId="{D13E9C04-FF59-B643-8B9D-EC7E82AE759B}" type="sibTrans" cxnId="{038718F0-6B0F-5B44-9E1B-17B4680A7900}">
      <dgm:prSet/>
      <dgm:spPr/>
      <dgm:t>
        <a:bodyPr/>
        <a:lstStyle/>
        <a:p>
          <a:endParaRPr lang="en-GB"/>
        </a:p>
      </dgm:t>
    </dgm:pt>
    <dgm:pt modelId="{124C90FD-A1BA-DE49-93A9-3647D399B261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1.1</a:t>
          </a:r>
        </a:p>
      </dgm:t>
    </dgm:pt>
    <dgm:pt modelId="{DD7A76D4-3677-4845-9D81-6C65BFF3888E}" type="parTrans" cxnId="{98B93CAB-0524-4047-A49A-66CBA76BB961}">
      <dgm:prSet/>
      <dgm:spPr/>
      <dgm:t>
        <a:bodyPr/>
        <a:lstStyle/>
        <a:p>
          <a:endParaRPr lang="en-GB"/>
        </a:p>
      </dgm:t>
    </dgm:pt>
    <dgm:pt modelId="{E396D823-59CB-E84C-9E69-157682A45104}" type="sibTrans" cxnId="{98B93CAB-0524-4047-A49A-66CBA76BB961}">
      <dgm:prSet/>
      <dgm:spPr/>
      <dgm:t>
        <a:bodyPr/>
        <a:lstStyle/>
        <a:p>
          <a:endParaRPr lang="en-GB"/>
        </a:p>
      </dgm:t>
    </dgm:pt>
    <dgm:pt modelId="{4A5EBC7F-4169-964C-A437-CDE4041301E8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1.2</a:t>
          </a:r>
        </a:p>
      </dgm:t>
    </dgm:pt>
    <dgm:pt modelId="{8B39A774-5561-D047-9655-3A5B9E0A289E}" type="parTrans" cxnId="{B5CBAFF4-33FA-7D45-8E46-FF540B317003}">
      <dgm:prSet/>
      <dgm:spPr/>
      <dgm:t>
        <a:bodyPr/>
        <a:lstStyle/>
        <a:p>
          <a:endParaRPr lang="en-GB"/>
        </a:p>
      </dgm:t>
    </dgm:pt>
    <dgm:pt modelId="{B482DBF1-22D2-704A-A9A1-7E4E4914A2A5}" type="sibTrans" cxnId="{B5CBAFF4-33FA-7D45-8E46-FF540B317003}">
      <dgm:prSet/>
      <dgm:spPr/>
      <dgm:t>
        <a:bodyPr/>
        <a:lstStyle/>
        <a:p>
          <a:endParaRPr lang="en-GB"/>
        </a:p>
      </dgm:t>
    </dgm:pt>
    <dgm:pt modelId="{AACCC11B-B5AD-EA42-AEF0-286A408DF97F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2</a:t>
          </a:r>
        </a:p>
      </dgm:t>
    </dgm:pt>
    <dgm:pt modelId="{8905F668-4541-7848-A1D5-F4DD5655AB83}" type="parTrans" cxnId="{C8FAD256-0F04-8B46-ACF5-00C3D4EFBFA5}">
      <dgm:prSet/>
      <dgm:spPr/>
      <dgm:t>
        <a:bodyPr/>
        <a:lstStyle/>
        <a:p>
          <a:endParaRPr lang="en-GB"/>
        </a:p>
      </dgm:t>
    </dgm:pt>
    <dgm:pt modelId="{FA8C1720-C86E-DA4E-885D-F12E45F2D101}" type="sibTrans" cxnId="{C8FAD256-0F04-8B46-ACF5-00C3D4EFBFA5}">
      <dgm:prSet/>
      <dgm:spPr/>
      <dgm:t>
        <a:bodyPr/>
        <a:lstStyle/>
        <a:p>
          <a:endParaRPr lang="en-GB"/>
        </a:p>
      </dgm:t>
    </dgm:pt>
    <dgm:pt modelId="{C40863D6-6D6D-2549-B8A3-89C630D8D623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2.1</a:t>
          </a:r>
        </a:p>
      </dgm:t>
    </dgm:pt>
    <dgm:pt modelId="{20C264D0-FCC7-4C4F-98C3-2EDE950DDF4E}" type="parTrans" cxnId="{F1DB87F5-BA31-F244-BD15-37D2F01C325C}">
      <dgm:prSet/>
      <dgm:spPr/>
      <dgm:t>
        <a:bodyPr/>
        <a:lstStyle/>
        <a:p>
          <a:endParaRPr lang="en-GB"/>
        </a:p>
      </dgm:t>
    </dgm:pt>
    <dgm:pt modelId="{CF43ECA2-08E9-1F41-AC2E-50F72471DD7C}" type="sibTrans" cxnId="{F1DB87F5-BA31-F244-BD15-37D2F01C325C}">
      <dgm:prSet/>
      <dgm:spPr/>
      <dgm:t>
        <a:bodyPr/>
        <a:lstStyle/>
        <a:p>
          <a:endParaRPr lang="en-GB"/>
        </a:p>
      </dgm:t>
    </dgm:pt>
    <dgm:pt modelId="{D4875111-490F-1D4F-B7B1-06E672B43ECB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2.2</a:t>
          </a:r>
        </a:p>
      </dgm:t>
    </dgm:pt>
    <dgm:pt modelId="{C9196F4E-1BA3-D146-BA7E-A0C55B404161}" type="parTrans" cxnId="{26F10A5A-E801-9448-9A98-49D1FE196CD7}">
      <dgm:prSet/>
      <dgm:spPr/>
      <dgm:t>
        <a:bodyPr/>
        <a:lstStyle/>
        <a:p>
          <a:endParaRPr lang="en-GB"/>
        </a:p>
      </dgm:t>
    </dgm:pt>
    <dgm:pt modelId="{5AD291D1-E0B6-9B48-B059-98C77842BD50}" type="sibTrans" cxnId="{26F10A5A-E801-9448-9A98-49D1FE196CD7}">
      <dgm:prSet/>
      <dgm:spPr/>
      <dgm:t>
        <a:bodyPr/>
        <a:lstStyle/>
        <a:p>
          <a:endParaRPr lang="en-GB"/>
        </a:p>
      </dgm:t>
    </dgm:pt>
    <dgm:pt modelId="{B146519D-436B-B742-BB1F-07CFD86D1B09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3</a:t>
          </a:r>
        </a:p>
      </dgm:t>
    </dgm:pt>
    <dgm:pt modelId="{74FAA5B7-786D-2849-9AA4-F62AA25ADA9B}" type="parTrans" cxnId="{14F5DBED-DC3D-DB41-819F-BF2FC9E8DB7D}">
      <dgm:prSet/>
      <dgm:spPr/>
      <dgm:t>
        <a:bodyPr/>
        <a:lstStyle/>
        <a:p>
          <a:endParaRPr lang="en-GB"/>
        </a:p>
      </dgm:t>
    </dgm:pt>
    <dgm:pt modelId="{F9D2470F-0256-4045-839F-61EC15FEA083}" type="sibTrans" cxnId="{14F5DBED-DC3D-DB41-819F-BF2FC9E8DB7D}">
      <dgm:prSet/>
      <dgm:spPr/>
      <dgm:t>
        <a:bodyPr/>
        <a:lstStyle/>
        <a:p>
          <a:endParaRPr lang="en-GB"/>
        </a:p>
      </dgm:t>
    </dgm:pt>
    <dgm:pt modelId="{B7468D0C-BAF4-9241-8156-ABE69FA660C9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Section 4</a:t>
          </a:r>
        </a:p>
      </dgm:t>
    </dgm:pt>
    <dgm:pt modelId="{4D0372A3-CFFC-164C-A8F8-03877DA72D8F}" type="parTrans" cxnId="{9D756DA1-87DD-1440-9817-6C19E0D4A613}">
      <dgm:prSet/>
      <dgm:spPr/>
      <dgm:t>
        <a:bodyPr/>
        <a:lstStyle/>
        <a:p>
          <a:endParaRPr lang="en-GB"/>
        </a:p>
      </dgm:t>
    </dgm:pt>
    <dgm:pt modelId="{BD567386-F146-034B-B9F3-E426C057D417}" type="sibTrans" cxnId="{9D756DA1-87DD-1440-9817-6C19E0D4A613}">
      <dgm:prSet/>
      <dgm:spPr/>
      <dgm:t>
        <a:bodyPr/>
        <a:lstStyle/>
        <a:p>
          <a:endParaRPr lang="en-GB"/>
        </a:p>
      </dgm:t>
    </dgm:pt>
    <dgm:pt modelId="{510EEC00-9EDD-E94C-9287-16C3238143C7}" type="pres">
      <dgm:prSet presAssocID="{9A6670C3-5ED1-6B4D-A5C8-77CE49339A9A}" presName="Name0" presStyleCnt="0">
        <dgm:presLayoutVars>
          <dgm:dir/>
          <dgm:resizeHandles val="exact"/>
        </dgm:presLayoutVars>
      </dgm:prSet>
      <dgm:spPr/>
    </dgm:pt>
    <dgm:pt modelId="{EAD19D87-AB43-CE43-A09B-6BF226EB9FD6}" type="pres">
      <dgm:prSet presAssocID="{01147598-BC22-7742-8F83-1DCC0A2403CA}" presName="parTxOnly" presStyleLbl="node1" presStyleIdx="0" presStyleCnt="8">
        <dgm:presLayoutVars>
          <dgm:bulletEnabled val="1"/>
        </dgm:presLayoutVars>
      </dgm:prSet>
      <dgm:spPr/>
    </dgm:pt>
    <dgm:pt modelId="{0A167477-DAD5-BE4E-A5E7-1E4EBC3EF82B}" type="pres">
      <dgm:prSet presAssocID="{D13E9C04-FF59-B643-8B9D-EC7E82AE759B}" presName="parSpace" presStyleCnt="0"/>
      <dgm:spPr/>
    </dgm:pt>
    <dgm:pt modelId="{0EEFF695-B66A-744D-BA5B-63629739D0CD}" type="pres">
      <dgm:prSet presAssocID="{124C90FD-A1BA-DE49-93A9-3647D399B261}" presName="parTxOnly" presStyleLbl="node1" presStyleIdx="1" presStyleCnt="8">
        <dgm:presLayoutVars>
          <dgm:bulletEnabled val="1"/>
        </dgm:presLayoutVars>
      </dgm:prSet>
      <dgm:spPr/>
    </dgm:pt>
    <dgm:pt modelId="{59CF5D09-54F3-EE4D-B92B-CBDB0202B343}" type="pres">
      <dgm:prSet presAssocID="{E396D823-59CB-E84C-9E69-157682A45104}" presName="parSpace" presStyleCnt="0"/>
      <dgm:spPr/>
    </dgm:pt>
    <dgm:pt modelId="{68DE4F6C-30ED-AB4C-AE3E-C0AAAA7D55B8}" type="pres">
      <dgm:prSet presAssocID="{4A5EBC7F-4169-964C-A437-CDE4041301E8}" presName="parTxOnly" presStyleLbl="node1" presStyleIdx="2" presStyleCnt="8">
        <dgm:presLayoutVars>
          <dgm:bulletEnabled val="1"/>
        </dgm:presLayoutVars>
      </dgm:prSet>
      <dgm:spPr/>
    </dgm:pt>
    <dgm:pt modelId="{0094D06D-6AEA-6E45-B3D4-3377D5A83D7F}" type="pres">
      <dgm:prSet presAssocID="{B482DBF1-22D2-704A-A9A1-7E4E4914A2A5}" presName="parSpace" presStyleCnt="0"/>
      <dgm:spPr/>
    </dgm:pt>
    <dgm:pt modelId="{B9FFAD97-B7D5-AF49-A24B-3280233A1C7D}" type="pres">
      <dgm:prSet presAssocID="{AACCC11B-B5AD-EA42-AEF0-286A408DF97F}" presName="parTxOnly" presStyleLbl="node1" presStyleIdx="3" presStyleCnt="8">
        <dgm:presLayoutVars>
          <dgm:bulletEnabled val="1"/>
        </dgm:presLayoutVars>
      </dgm:prSet>
      <dgm:spPr/>
    </dgm:pt>
    <dgm:pt modelId="{716B1CAA-5A98-3E49-A5F2-420190B166C3}" type="pres">
      <dgm:prSet presAssocID="{FA8C1720-C86E-DA4E-885D-F12E45F2D101}" presName="parSpace" presStyleCnt="0"/>
      <dgm:spPr/>
    </dgm:pt>
    <dgm:pt modelId="{9B9FA178-DDC6-1D4A-9DCA-E60EBDA2C771}" type="pres">
      <dgm:prSet presAssocID="{C40863D6-6D6D-2549-B8A3-89C630D8D623}" presName="parTxOnly" presStyleLbl="node1" presStyleIdx="4" presStyleCnt="8">
        <dgm:presLayoutVars>
          <dgm:bulletEnabled val="1"/>
        </dgm:presLayoutVars>
      </dgm:prSet>
      <dgm:spPr/>
    </dgm:pt>
    <dgm:pt modelId="{22F31A78-E440-4749-A21A-15A3756FBDD5}" type="pres">
      <dgm:prSet presAssocID="{CF43ECA2-08E9-1F41-AC2E-50F72471DD7C}" presName="parSpace" presStyleCnt="0"/>
      <dgm:spPr/>
    </dgm:pt>
    <dgm:pt modelId="{EE005953-7D82-9945-A799-B1668F6191BD}" type="pres">
      <dgm:prSet presAssocID="{D4875111-490F-1D4F-B7B1-06E672B43ECB}" presName="parTxOnly" presStyleLbl="node1" presStyleIdx="5" presStyleCnt="8">
        <dgm:presLayoutVars>
          <dgm:bulletEnabled val="1"/>
        </dgm:presLayoutVars>
      </dgm:prSet>
      <dgm:spPr/>
    </dgm:pt>
    <dgm:pt modelId="{B0EB5937-DAB6-FE4D-B6D1-9B141F76E783}" type="pres">
      <dgm:prSet presAssocID="{5AD291D1-E0B6-9B48-B059-98C77842BD50}" presName="parSpace" presStyleCnt="0"/>
      <dgm:spPr/>
    </dgm:pt>
    <dgm:pt modelId="{B6B00CE4-0DE5-314A-80EB-298E24207DD6}" type="pres">
      <dgm:prSet presAssocID="{B146519D-436B-B742-BB1F-07CFD86D1B09}" presName="parTxOnly" presStyleLbl="node1" presStyleIdx="6" presStyleCnt="8">
        <dgm:presLayoutVars>
          <dgm:bulletEnabled val="1"/>
        </dgm:presLayoutVars>
      </dgm:prSet>
      <dgm:spPr/>
    </dgm:pt>
    <dgm:pt modelId="{A1105B4B-BAA3-D94D-A67A-28B6F769A0D2}" type="pres">
      <dgm:prSet presAssocID="{F9D2470F-0256-4045-839F-61EC15FEA083}" presName="parSpace" presStyleCnt="0"/>
      <dgm:spPr/>
    </dgm:pt>
    <dgm:pt modelId="{E3B654DF-8808-3943-8DE7-041390E9BEAE}" type="pres">
      <dgm:prSet presAssocID="{B7468D0C-BAF4-9241-8156-ABE69FA660C9}" presName="parTxOnly" presStyleLbl="node1" presStyleIdx="7" presStyleCnt="8">
        <dgm:presLayoutVars>
          <dgm:bulletEnabled val="1"/>
        </dgm:presLayoutVars>
      </dgm:prSet>
      <dgm:spPr/>
    </dgm:pt>
  </dgm:ptLst>
  <dgm:cxnLst>
    <dgm:cxn modelId="{FC135C0B-33CC-CD40-B464-7DC3C8C7765B}" type="presOf" srcId="{B7468D0C-BAF4-9241-8156-ABE69FA660C9}" destId="{E3B654DF-8808-3943-8DE7-041390E9BEAE}" srcOrd="0" destOrd="0" presId="urn:microsoft.com/office/officeart/2005/8/layout/hChevron3"/>
    <dgm:cxn modelId="{6EDC8934-9BC0-2D40-AF02-CFDE0A4F6169}" type="presOf" srcId="{4A5EBC7F-4169-964C-A437-CDE4041301E8}" destId="{68DE4F6C-30ED-AB4C-AE3E-C0AAAA7D55B8}" srcOrd="0" destOrd="0" presId="urn:microsoft.com/office/officeart/2005/8/layout/hChevron3"/>
    <dgm:cxn modelId="{82E0505E-76C9-8E44-A9A0-679424F81AA4}" type="presOf" srcId="{AACCC11B-B5AD-EA42-AEF0-286A408DF97F}" destId="{B9FFAD97-B7D5-AF49-A24B-3280233A1C7D}" srcOrd="0" destOrd="0" presId="urn:microsoft.com/office/officeart/2005/8/layout/hChevron3"/>
    <dgm:cxn modelId="{854FA342-1417-D24A-B336-AB7FF2707C81}" type="presOf" srcId="{B146519D-436B-B742-BB1F-07CFD86D1B09}" destId="{B6B00CE4-0DE5-314A-80EB-298E24207DD6}" srcOrd="0" destOrd="0" presId="urn:microsoft.com/office/officeart/2005/8/layout/hChevron3"/>
    <dgm:cxn modelId="{C8FAD256-0F04-8B46-ACF5-00C3D4EFBFA5}" srcId="{9A6670C3-5ED1-6B4D-A5C8-77CE49339A9A}" destId="{AACCC11B-B5AD-EA42-AEF0-286A408DF97F}" srcOrd="3" destOrd="0" parTransId="{8905F668-4541-7848-A1D5-F4DD5655AB83}" sibTransId="{FA8C1720-C86E-DA4E-885D-F12E45F2D101}"/>
    <dgm:cxn modelId="{5C117758-635D-8043-91CF-1B06B156B912}" type="presOf" srcId="{124C90FD-A1BA-DE49-93A9-3647D399B261}" destId="{0EEFF695-B66A-744D-BA5B-63629739D0CD}" srcOrd="0" destOrd="0" presId="urn:microsoft.com/office/officeart/2005/8/layout/hChevron3"/>
    <dgm:cxn modelId="{26F10A5A-E801-9448-9A98-49D1FE196CD7}" srcId="{9A6670C3-5ED1-6B4D-A5C8-77CE49339A9A}" destId="{D4875111-490F-1D4F-B7B1-06E672B43ECB}" srcOrd="5" destOrd="0" parTransId="{C9196F4E-1BA3-D146-BA7E-A0C55B404161}" sibTransId="{5AD291D1-E0B6-9B48-B059-98C77842BD50}"/>
    <dgm:cxn modelId="{9D756DA1-87DD-1440-9817-6C19E0D4A613}" srcId="{9A6670C3-5ED1-6B4D-A5C8-77CE49339A9A}" destId="{B7468D0C-BAF4-9241-8156-ABE69FA660C9}" srcOrd="7" destOrd="0" parTransId="{4D0372A3-CFFC-164C-A8F8-03877DA72D8F}" sibTransId="{BD567386-F146-034B-B9F3-E426C057D417}"/>
    <dgm:cxn modelId="{98B93CAB-0524-4047-A49A-66CBA76BB961}" srcId="{9A6670C3-5ED1-6B4D-A5C8-77CE49339A9A}" destId="{124C90FD-A1BA-DE49-93A9-3647D399B261}" srcOrd="1" destOrd="0" parTransId="{DD7A76D4-3677-4845-9D81-6C65BFF3888E}" sibTransId="{E396D823-59CB-E84C-9E69-157682A45104}"/>
    <dgm:cxn modelId="{D35502BE-65F2-0041-B8DE-1EB85FC00C8B}" type="presOf" srcId="{C40863D6-6D6D-2549-B8A3-89C630D8D623}" destId="{9B9FA178-DDC6-1D4A-9DCA-E60EBDA2C771}" srcOrd="0" destOrd="0" presId="urn:microsoft.com/office/officeart/2005/8/layout/hChevron3"/>
    <dgm:cxn modelId="{BB67C9DA-66D1-164B-A2B7-850B585E55DA}" type="presOf" srcId="{D4875111-490F-1D4F-B7B1-06E672B43ECB}" destId="{EE005953-7D82-9945-A799-B1668F6191BD}" srcOrd="0" destOrd="0" presId="urn:microsoft.com/office/officeart/2005/8/layout/hChevron3"/>
    <dgm:cxn modelId="{5764C7E0-4ED6-7B4C-87E4-AB54D6822029}" type="presOf" srcId="{9A6670C3-5ED1-6B4D-A5C8-77CE49339A9A}" destId="{510EEC00-9EDD-E94C-9287-16C3238143C7}" srcOrd="0" destOrd="0" presId="urn:microsoft.com/office/officeart/2005/8/layout/hChevron3"/>
    <dgm:cxn modelId="{14F5DBED-DC3D-DB41-819F-BF2FC9E8DB7D}" srcId="{9A6670C3-5ED1-6B4D-A5C8-77CE49339A9A}" destId="{B146519D-436B-B742-BB1F-07CFD86D1B09}" srcOrd="6" destOrd="0" parTransId="{74FAA5B7-786D-2849-9AA4-F62AA25ADA9B}" sibTransId="{F9D2470F-0256-4045-839F-61EC15FEA083}"/>
    <dgm:cxn modelId="{038718F0-6B0F-5B44-9E1B-17B4680A7900}" srcId="{9A6670C3-5ED1-6B4D-A5C8-77CE49339A9A}" destId="{01147598-BC22-7742-8F83-1DCC0A2403CA}" srcOrd="0" destOrd="0" parTransId="{BFB56930-0155-1E4A-BD9C-1225EC041408}" sibTransId="{D13E9C04-FF59-B643-8B9D-EC7E82AE759B}"/>
    <dgm:cxn modelId="{B5CBAFF4-33FA-7D45-8E46-FF540B317003}" srcId="{9A6670C3-5ED1-6B4D-A5C8-77CE49339A9A}" destId="{4A5EBC7F-4169-964C-A437-CDE4041301E8}" srcOrd="2" destOrd="0" parTransId="{8B39A774-5561-D047-9655-3A5B9E0A289E}" sibTransId="{B482DBF1-22D2-704A-A9A1-7E4E4914A2A5}"/>
    <dgm:cxn modelId="{F1DB87F5-BA31-F244-BD15-37D2F01C325C}" srcId="{9A6670C3-5ED1-6B4D-A5C8-77CE49339A9A}" destId="{C40863D6-6D6D-2549-B8A3-89C630D8D623}" srcOrd="4" destOrd="0" parTransId="{20C264D0-FCC7-4C4F-98C3-2EDE950DDF4E}" sibTransId="{CF43ECA2-08E9-1F41-AC2E-50F72471DD7C}"/>
    <dgm:cxn modelId="{0D4DD9FA-FFC5-BF4E-A465-A31BAF55077E}" type="presOf" srcId="{01147598-BC22-7742-8F83-1DCC0A2403CA}" destId="{EAD19D87-AB43-CE43-A09B-6BF226EB9FD6}" srcOrd="0" destOrd="0" presId="urn:microsoft.com/office/officeart/2005/8/layout/hChevron3"/>
    <dgm:cxn modelId="{B7E7017E-A6A4-C64A-953F-769636725A19}" type="presParOf" srcId="{510EEC00-9EDD-E94C-9287-16C3238143C7}" destId="{EAD19D87-AB43-CE43-A09B-6BF226EB9FD6}" srcOrd="0" destOrd="0" presId="urn:microsoft.com/office/officeart/2005/8/layout/hChevron3"/>
    <dgm:cxn modelId="{0AC3E30C-A950-4B4D-B567-02F3EF5BC09C}" type="presParOf" srcId="{510EEC00-9EDD-E94C-9287-16C3238143C7}" destId="{0A167477-DAD5-BE4E-A5E7-1E4EBC3EF82B}" srcOrd="1" destOrd="0" presId="urn:microsoft.com/office/officeart/2005/8/layout/hChevron3"/>
    <dgm:cxn modelId="{F2ED7444-3611-2E4C-9A8A-8ECCE4DD6B40}" type="presParOf" srcId="{510EEC00-9EDD-E94C-9287-16C3238143C7}" destId="{0EEFF695-B66A-744D-BA5B-63629739D0CD}" srcOrd="2" destOrd="0" presId="urn:microsoft.com/office/officeart/2005/8/layout/hChevron3"/>
    <dgm:cxn modelId="{97A52F03-1E02-294E-ACD8-96DE3E5F5198}" type="presParOf" srcId="{510EEC00-9EDD-E94C-9287-16C3238143C7}" destId="{59CF5D09-54F3-EE4D-B92B-CBDB0202B343}" srcOrd="3" destOrd="0" presId="urn:microsoft.com/office/officeart/2005/8/layout/hChevron3"/>
    <dgm:cxn modelId="{098D1560-F78F-3D4B-88F3-5D99E6402445}" type="presParOf" srcId="{510EEC00-9EDD-E94C-9287-16C3238143C7}" destId="{68DE4F6C-30ED-AB4C-AE3E-C0AAAA7D55B8}" srcOrd="4" destOrd="0" presId="urn:microsoft.com/office/officeart/2005/8/layout/hChevron3"/>
    <dgm:cxn modelId="{3DB10F46-87A6-9C42-AD3E-0F7228F9657E}" type="presParOf" srcId="{510EEC00-9EDD-E94C-9287-16C3238143C7}" destId="{0094D06D-6AEA-6E45-B3D4-3377D5A83D7F}" srcOrd="5" destOrd="0" presId="urn:microsoft.com/office/officeart/2005/8/layout/hChevron3"/>
    <dgm:cxn modelId="{EA36B222-5719-A249-87A3-CE73560B8D28}" type="presParOf" srcId="{510EEC00-9EDD-E94C-9287-16C3238143C7}" destId="{B9FFAD97-B7D5-AF49-A24B-3280233A1C7D}" srcOrd="6" destOrd="0" presId="urn:microsoft.com/office/officeart/2005/8/layout/hChevron3"/>
    <dgm:cxn modelId="{D3F04440-BFD3-4942-827E-BA92E951FCBE}" type="presParOf" srcId="{510EEC00-9EDD-E94C-9287-16C3238143C7}" destId="{716B1CAA-5A98-3E49-A5F2-420190B166C3}" srcOrd="7" destOrd="0" presId="urn:microsoft.com/office/officeart/2005/8/layout/hChevron3"/>
    <dgm:cxn modelId="{DAC7810C-799E-C545-8BFA-EDF53340F083}" type="presParOf" srcId="{510EEC00-9EDD-E94C-9287-16C3238143C7}" destId="{9B9FA178-DDC6-1D4A-9DCA-E60EBDA2C771}" srcOrd="8" destOrd="0" presId="urn:microsoft.com/office/officeart/2005/8/layout/hChevron3"/>
    <dgm:cxn modelId="{FBD9F9D2-08A2-EA49-8F7D-AD44ABEFB035}" type="presParOf" srcId="{510EEC00-9EDD-E94C-9287-16C3238143C7}" destId="{22F31A78-E440-4749-A21A-15A3756FBDD5}" srcOrd="9" destOrd="0" presId="urn:microsoft.com/office/officeart/2005/8/layout/hChevron3"/>
    <dgm:cxn modelId="{DF81F0A5-F81D-A647-9746-B0CEAB845CF6}" type="presParOf" srcId="{510EEC00-9EDD-E94C-9287-16C3238143C7}" destId="{EE005953-7D82-9945-A799-B1668F6191BD}" srcOrd="10" destOrd="0" presId="urn:microsoft.com/office/officeart/2005/8/layout/hChevron3"/>
    <dgm:cxn modelId="{08263F4B-1C7A-8B47-8B01-D6E55E54705D}" type="presParOf" srcId="{510EEC00-9EDD-E94C-9287-16C3238143C7}" destId="{B0EB5937-DAB6-FE4D-B6D1-9B141F76E783}" srcOrd="11" destOrd="0" presId="urn:microsoft.com/office/officeart/2005/8/layout/hChevron3"/>
    <dgm:cxn modelId="{8DC2B314-A357-CD46-9958-6D1FCE204BF4}" type="presParOf" srcId="{510EEC00-9EDD-E94C-9287-16C3238143C7}" destId="{B6B00CE4-0DE5-314A-80EB-298E24207DD6}" srcOrd="12" destOrd="0" presId="urn:microsoft.com/office/officeart/2005/8/layout/hChevron3"/>
    <dgm:cxn modelId="{7E0A9CE1-C8CA-2F4C-8EEC-5093F0D566A9}" type="presParOf" srcId="{510EEC00-9EDD-E94C-9287-16C3238143C7}" destId="{A1105B4B-BAA3-D94D-A67A-28B6F769A0D2}" srcOrd="13" destOrd="0" presId="urn:microsoft.com/office/officeart/2005/8/layout/hChevron3"/>
    <dgm:cxn modelId="{597F07DE-94C6-8148-958E-2B3092679A31}" type="presParOf" srcId="{510EEC00-9EDD-E94C-9287-16C3238143C7}" destId="{E3B654DF-8808-3943-8DE7-041390E9BEAE}" srcOrd="1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A6670C3-5ED1-6B4D-A5C8-77CE49339A9A}" type="doc">
      <dgm:prSet loTypeId="urn:microsoft.com/office/officeart/2005/8/layout/hChevron3" loCatId="" qsTypeId="urn:microsoft.com/office/officeart/2005/8/quickstyle/simple2" qsCatId="simple" csTypeId="urn:microsoft.com/office/officeart/2005/8/colors/accent0_3" csCatId="mainScheme" phldr="1"/>
      <dgm:spPr/>
    </dgm:pt>
    <dgm:pt modelId="{01147598-BC22-7742-8F83-1DCC0A2403CA}">
      <dgm:prSet phldrT="[Text]"/>
      <dgm:spPr>
        <a:solidFill>
          <a:srgbClr val="173F6D"/>
        </a:solidFill>
      </dgm:spPr>
      <dgm:t>
        <a:bodyPr/>
        <a:lstStyle/>
        <a:p>
          <a:r>
            <a:rPr lang="en-GB"/>
            <a:t>Section 1</a:t>
          </a:r>
        </a:p>
      </dgm:t>
    </dgm:pt>
    <dgm:pt modelId="{BFB56930-0155-1E4A-BD9C-1225EC041408}" type="parTrans" cxnId="{038718F0-6B0F-5B44-9E1B-17B4680A7900}">
      <dgm:prSet/>
      <dgm:spPr/>
      <dgm:t>
        <a:bodyPr/>
        <a:lstStyle/>
        <a:p>
          <a:endParaRPr lang="en-GB"/>
        </a:p>
      </dgm:t>
    </dgm:pt>
    <dgm:pt modelId="{D13E9C04-FF59-B643-8B9D-EC7E82AE759B}" type="sibTrans" cxnId="{038718F0-6B0F-5B44-9E1B-17B4680A7900}">
      <dgm:prSet/>
      <dgm:spPr/>
      <dgm:t>
        <a:bodyPr/>
        <a:lstStyle/>
        <a:p>
          <a:endParaRPr lang="en-GB"/>
        </a:p>
      </dgm:t>
    </dgm:pt>
    <dgm:pt modelId="{124C90FD-A1BA-DE49-93A9-3647D399B261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1.1</a:t>
          </a:r>
        </a:p>
      </dgm:t>
    </dgm:pt>
    <dgm:pt modelId="{DD7A76D4-3677-4845-9D81-6C65BFF3888E}" type="parTrans" cxnId="{98B93CAB-0524-4047-A49A-66CBA76BB961}">
      <dgm:prSet/>
      <dgm:spPr/>
      <dgm:t>
        <a:bodyPr/>
        <a:lstStyle/>
        <a:p>
          <a:endParaRPr lang="en-GB"/>
        </a:p>
      </dgm:t>
    </dgm:pt>
    <dgm:pt modelId="{E396D823-59CB-E84C-9E69-157682A45104}" type="sibTrans" cxnId="{98B93CAB-0524-4047-A49A-66CBA76BB961}">
      <dgm:prSet/>
      <dgm:spPr/>
      <dgm:t>
        <a:bodyPr/>
        <a:lstStyle/>
        <a:p>
          <a:endParaRPr lang="en-GB"/>
        </a:p>
      </dgm:t>
    </dgm:pt>
    <dgm:pt modelId="{4A5EBC7F-4169-964C-A437-CDE4041301E8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1.2</a:t>
          </a:r>
        </a:p>
      </dgm:t>
    </dgm:pt>
    <dgm:pt modelId="{8B39A774-5561-D047-9655-3A5B9E0A289E}" type="parTrans" cxnId="{B5CBAFF4-33FA-7D45-8E46-FF540B317003}">
      <dgm:prSet/>
      <dgm:spPr/>
      <dgm:t>
        <a:bodyPr/>
        <a:lstStyle/>
        <a:p>
          <a:endParaRPr lang="en-GB"/>
        </a:p>
      </dgm:t>
    </dgm:pt>
    <dgm:pt modelId="{B482DBF1-22D2-704A-A9A1-7E4E4914A2A5}" type="sibTrans" cxnId="{B5CBAFF4-33FA-7D45-8E46-FF540B317003}">
      <dgm:prSet/>
      <dgm:spPr/>
      <dgm:t>
        <a:bodyPr/>
        <a:lstStyle/>
        <a:p>
          <a:endParaRPr lang="en-GB"/>
        </a:p>
      </dgm:t>
    </dgm:pt>
    <dgm:pt modelId="{AACCC11B-B5AD-EA42-AEF0-286A408DF97F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2</a:t>
          </a:r>
        </a:p>
      </dgm:t>
    </dgm:pt>
    <dgm:pt modelId="{8905F668-4541-7848-A1D5-F4DD5655AB83}" type="parTrans" cxnId="{C8FAD256-0F04-8B46-ACF5-00C3D4EFBFA5}">
      <dgm:prSet/>
      <dgm:spPr/>
      <dgm:t>
        <a:bodyPr/>
        <a:lstStyle/>
        <a:p>
          <a:endParaRPr lang="en-GB"/>
        </a:p>
      </dgm:t>
    </dgm:pt>
    <dgm:pt modelId="{FA8C1720-C86E-DA4E-885D-F12E45F2D101}" type="sibTrans" cxnId="{C8FAD256-0F04-8B46-ACF5-00C3D4EFBFA5}">
      <dgm:prSet/>
      <dgm:spPr/>
      <dgm:t>
        <a:bodyPr/>
        <a:lstStyle/>
        <a:p>
          <a:endParaRPr lang="en-GB"/>
        </a:p>
      </dgm:t>
    </dgm:pt>
    <dgm:pt modelId="{C40863D6-6D6D-2549-B8A3-89C630D8D623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2.1</a:t>
          </a:r>
        </a:p>
      </dgm:t>
    </dgm:pt>
    <dgm:pt modelId="{20C264D0-FCC7-4C4F-98C3-2EDE950DDF4E}" type="parTrans" cxnId="{F1DB87F5-BA31-F244-BD15-37D2F01C325C}">
      <dgm:prSet/>
      <dgm:spPr/>
      <dgm:t>
        <a:bodyPr/>
        <a:lstStyle/>
        <a:p>
          <a:endParaRPr lang="en-GB"/>
        </a:p>
      </dgm:t>
    </dgm:pt>
    <dgm:pt modelId="{CF43ECA2-08E9-1F41-AC2E-50F72471DD7C}" type="sibTrans" cxnId="{F1DB87F5-BA31-F244-BD15-37D2F01C325C}">
      <dgm:prSet/>
      <dgm:spPr/>
      <dgm:t>
        <a:bodyPr/>
        <a:lstStyle/>
        <a:p>
          <a:endParaRPr lang="en-GB"/>
        </a:p>
      </dgm:t>
    </dgm:pt>
    <dgm:pt modelId="{D4875111-490F-1D4F-B7B1-06E672B43ECB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2.2</a:t>
          </a:r>
        </a:p>
      </dgm:t>
    </dgm:pt>
    <dgm:pt modelId="{C9196F4E-1BA3-D146-BA7E-A0C55B404161}" type="parTrans" cxnId="{26F10A5A-E801-9448-9A98-49D1FE196CD7}">
      <dgm:prSet/>
      <dgm:spPr/>
      <dgm:t>
        <a:bodyPr/>
        <a:lstStyle/>
        <a:p>
          <a:endParaRPr lang="en-GB"/>
        </a:p>
      </dgm:t>
    </dgm:pt>
    <dgm:pt modelId="{5AD291D1-E0B6-9B48-B059-98C77842BD50}" type="sibTrans" cxnId="{26F10A5A-E801-9448-9A98-49D1FE196CD7}">
      <dgm:prSet/>
      <dgm:spPr/>
      <dgm:t>
        <a:bodyPr/>
        <a:lstStyle/>
        <a:p>
          <a:endParaRPr lang="en-GB"/>
        </a:p>
      </dgm:t>
    </dgm:pt>
    <dgm:pt modelId="{B146519D-436B-B742-BB1F-07CFD86D1B09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3</a:t>
          </a:r>
        </a:p>
      </dgm:t>
    </dgm:pt>
    <dgm:pt modelId="{74FAA5B7-786D-2849-9AA4-F62AA25ADA9B}" type="parTrans" cxnId="{14F5DBED-DC3D-DB41-819F-BF2FC9E8DB7D}">
      <dgm:prSet/>
      <dgm:spPr/>
      <dgm:t>
        <a:bodyPr/>
        <a:lstStyle/>
        <a:p>
          <a:endParaRPr lang="en-GB"/>
        </a:p>
      </dgm:t>
    </dgm:pt>
    <dgm:pt modelId="{F9D2470F-0256-4045-839F-61EC15FEA083}" type="sibTrans" cxnId="{14F5DBED-DC3D-DB41-819F-BF2FC9E8DB7D}">
      <dgm:prSet/>
      <dgm:spPr/>
      <dgm:t>
        <a:bodyPr/>
        <a:lstStyle/>
        <a:p>
          <a:endParaRPr lang="en-GB"/>
        </a:p>
      </dgm:t>
    </dgm:pt>
    <dgm:pt modelId="{B7468D0C-BAF4-9241-8156-ABE69FA660C9}">
      <dgm:prSet phldrT="[Text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>
        <a:solidFill>
          <a:srgbClr val="173F6D"/>
        </a:solidFill>
      </dgm:spPr>
      <dgm:t>
        <a:bodyPr/>
        <a:lstStyle/>
        <a:p>
          <a:r>
            <a:rPr lang="en-GB"/>
            <a:t>Section 4</a:t>
          </a:r>
        </a:p>
      </dgm:t>
    </dgm:pt>
    <dgm:pt modelId="{4D0372A3-CFFC-164C-A8F8-03877DA72D8F}" type="parTrans" cxnId="{9D756DA1-87DD-1440-9817-6C19E0D4A613}">
      <dgm:prSet/>
      <dgm:spPr/>
      <dgm:t>
        <a:bodyPr/>
        <a:lstStyle/>
        <a:p>
          <a:endParaRPr lang="en-GB"/>
        </a:p>
      </dgm:t>
    </dgm:pt>
    <dgm:pt modelId="{BD567386-F146-034B-B9F3-E426C057D417}" type="sibTrans" cxnId="{9D756DA1-87DD-1440-9817-6C19E0D4A613}">
      <dgm:prSet/>
      <dgm:spPr/>
      <dgm:t>
        <a:bodyPr/>
        <a:lstStyle/>
        <a:p>
          <a:endParaRPr lang="en-GB"/>
        </a:p>
      </dgm:t>
    </dgm:pt>
    <dgm:pt modelId="{510EEC00-9EDD-E94C-9287-16C3238143C7}" type="pres">
      <dgm:prSet presAssocID="{9A6670C3-5ED1-6B4D-A5C8-77CE49339A9A}" presName="Name0" presStyleCnt="0">
        <dgm:presLayoutVars>
          <dgm:dir/>
          <dgm:resizeHandles val="exact"/>
        </dgm:presLayoutVars>
      </dgm:prSet>
      <dgm:spPr/>
    </dgm:pt>
    <dgm:pt modelId="{EAD19D87-AB43-CE43-A09B-6BF226EB9FD6}" type="pres">
      <dgm:prSet presAssocID="{01147598-BC22-7742-8F83-1DCC0A2403CA}" presName="parTxOnly" presStyleLbl="node1" presStyleIdx="0" presStyleCnt="8">
        <dgm:presLayoutVars>
          <dgm:bulletEnabled val="1"/>
        </dgm:presLayoutVars>
      </dgm:prSet>
      <dgm:spPr/>
    </dgm:pt>
    <dgm:pt modelId="{0A167477-DAD5-BE4E-A5E7-1E4EBC3EF82B}" type="pres">
      <dgm:prSet presAssocID="{D13E9C04-FF59-B643-8B9D-EC7E82AE759B}" presName="parSpace" presStyleCnt="0"/>
      <dgm:spPr/>
    </dgm:pt>
    <dgm:pt modelId="{0EEFF695-B66A-744D-BA5B-63629739D0CD}" type="pres">
      <dgm:prSet presAssocID="{124C90FD-A1BA-DE49-93A9-3647D399B261}" presName="parTxOnly" presStyleLbl="node1" presStyleIdx="1" presStyleCnt="8">
        <dgm:presLayoutVars>
          <dgm:bulletEnabled val="1"/>
        </dgm:presLayoutVars>
      </dgm:prSet>
      <dgm:spPr/>
    </dgm:pt>
    <dgm:pt modelId="{59CF5D09-54F3-EE4D-B92B-CBDB0202B343}" type="pres">
      <dgm:prSet presAssocID="{E396D823-59CB-E84C-9E69-157682A45104}" presName="parSpace" presStyleCnt="0"/>
      <dgm:spPr/>
    </dgm:pt>
    <dgm:pt modelId="{68DE4F6C-30ED-AB4C-AE3E-C0AAAA7D55B8}" type="pres">
      <dgm:prSet presAssocID="{4A5EBC7F-4169-964C-A437-CDE4041301E8}" presName="parTxOnly" presStyleLbl="node1" presStyleIdx="2" presStyleCnt="8">
        <dgm:presLayoutVars>
          <dgm:bulletEnabled val="1"/>
        </dgm:presLayoutVars>
      </dgm:prSet>
      <dgm:spPr/>
    </dgm:pt>
    <dgm:pt modelId="{0094D06D-6AEA-6E45-B3D4-3377D5A83D7F}" type="pres">
      <dgm:prSet presAssocID="{B482DBF1-22D2-704A-A9A1-7E4E4914A2A5}" presName="parSpace" presStyleCnt="0"/>
      <dgm:spPr/>
    </dgm:pt>
    <dgm:pt modelId="{B9FFAD97-B7D5-AF49-A24B-3280233A1C7D}" type="pres">
      <dgm:prSet presAssocID="{AACCC11B-B5AD-EA42-AEF0-286A408DF97F}" presName="parTxOnly" presStyleLbl="node1" presStyleIdx="3" presStyleCnt="8">
        <dgm:presLayoutVars>
          <dgm:bulletEnabled val="1"/>
        </dgm:presLayoutVars>
      </dgm:prSet>
      <dgm:spPr/>
    </dgm:pt>
    <dgm:pt modelId="{716B1CAA-5A98-3E49-A5F2-420190B166C3}" type="pres">
      <dgm:prSet presAssocID="{FA8C1720-C86E-DA4E-885D-F12E45F2D101}" presName="parSpace" presStyleCnt="0"/>
      <dgm:spPr/>
    </dgm:pt>
    <dgm:pt modelId="{9B9FA178-DDC6-1D4A-9DCA-E60EBDA2C771}" type="pres">
      <dgm:prSet presAssocID="{C40863D6-6D6D-2549-B8A3-89C630D8D623}" presName="parTxOnly" presStyleLbl="node1" presStyleIdx="4" presStyleCnt="8">
        <dgm:presLayoutVars>
          <dgm:bulletEnabled val="1"/>
        </dgm:presLayoutVars>
      </dgm:prSet>
      <dgm:spPr/>
    </dgm:pt>
    <dgm:pt modelId="{22F31A78-E440-4749-A21A-15A3756FBDD5}" type="pres">
      <dgm:prSet presAssocID="{CF43ECA2-08E9-1F41-AC2E-50F72471DD7C}" presName="parSpace" presStyleCnt="0"/>
      <dgm:spPr/>
    </dgm:pt>
    <dgm:pt modelId="{EE005953-7D82-9945-A799-B1668F6191BD}" type="pres">
      <dgm:prSet presAssocID="{D4875111-490F-1D4F-B7B1-06E672B43ECB}" presName="parTxOnly" presStyleLbl="node1" presStyleIdx="5" presStyleCnt="8">
        <dgm:presLayoutVars>
          <dgm:bulletEnabled val="1"/>
        </dgm:presLayoutVars>
      </dgm:prSet>
      <dgm:spPr/>
    </dgm:pt>
    <dgm:pt modelId="{B0EB5937-DAB6-FE4D-B6D1-9B141F76E783}" type="pres">
      <dgm:prSet presAssocID="{5AD291D1-E0B6-9B48-B059-98C77842BD50}" presName="parSpace" presStyleCnt="0"/>
      <dgm:spPr/>
    </dgm:pt>
    <dgm:pt modelId="{B6B00CE4-0DE5-314A-80EB-298E24207DD6}" type="pres">
      <dgm:prSet presAssocID="{B146519D-436B-B742-BB1F-07CFD86D1B09}" presName="parTxOnly" presStyleLbl="node1" presStyleIdx="6" presStyleCnt="8">
        <dgm:presLayoutVars>
          <dgm:bulletEnabled val="1"/>
        </dgm:presLayoutVars>
      </dgm:prSet>
      <dgm:spPr/>
    </dgm:pt>
    <dgm:pt modelId="{A1105B4B-BAA3-D94D-A67A-28B6F769A0D2}" type="pres">
      <dgm:prSet presAssocID="{F9D2470F-0256-4045-839F-61EC15FEA083}" presName="parSpace" presStyleCnt="0"/>
      <dgm:spPr/>
    </dgm:pt>
    <dgm:pt modelId="{E3B654DF-8808-3943-8DE7-041390E9BEAE}" type="pres">
      <dgm:prSet presAssocID="{B7468D0C-BAF4-9241-8156-ABE69FA660C9}" presName="parTxOnly" presStyleLbl="node1" presStyleIdx="7" presStyleCnt="8">
        <dgm:presLayoutVars>
          <dgm:bulletEnabled val="1"/>
        </dgm:presLayoutVars>
      </dgm:prSet>
      <dgm:spPr/>
    </dgm:pt>
  </dgm:ptLst>
  <dgm:cxnLst>
    <dgm:cxn modelId="{FC135C0B-33CC-CD40-B464-7DC3C8C7765B}" type="presOf" srcId="{B7468D0C-BAF4-9241-8156-ABE69FA660C9}" destId="{E3B654DF-8808-3943-8DE7-041390E9BEAE}" srcOrd="0" destOrd="0" presId="urn:microsoft.com/office/officeart/2005/8/layout/hChevron3"/>
    <dgm:cxn modelId="{6EDC8934-9BC0-2D40-AF02-CFDE0A4F6169}" type="presOf" srcId="{4A5EBC7F-4169-964C-A437-CDE4041301E8}" destId="{68DE4F6C-30ED-AB4C-AE3E-C0AAAA7D55B8}" srcOrd="0" destOrd="0" presId="urn:microsoft.com/office/officeart/2005/8/layout/hChevron3"/>
    <dgm:cxn modelId="{82E0505E-76C9-8E44-A9A0-679424F81AA4}" type="presOf" srcId="{AACCC11B-B5AD-EA42-AEF0-286A408DF97F}" destId="{B9FFAD97-B7D5-AF49-A24B-3280233A1C7D}" srcOrd="0" destOrd="0" presId="urn:microsoft.com/office/officeart/2005/8/layout/hChevron3"/>
    <dgm:cxn modelId="{854FA342-1417-D24A-B336-AB7FF2707C81}" type="presOf" srcId="{B146519D-436B-B742-BB1F-07CFD86D1B09}" destId="{B6B00CE4-0DE5-314A-80EB-298E24207DD6}" srcOrd="0" destOrd="0" presId="urn:microsoft.com/office/officeart/2005/8/layout/hChevron3"/>
    <dgm:cxn modelId="{C8FAD256-0F04-8B46-ACF5-00C3D4EFBFA5}" srcId="{9A6670C3-5ED1-6B4D-A5C8-77CE49339A9A}" destId="{AACCC11B-B5AD-EA42-AEF0-286A408DF97F}" srcOrd="3" destOrd="0" parTransId="{8905F668-4541-7848-A1D5-F4DD5655AB83}" sibTransId="{FA8C1720-C86E-DA4E-885D-F12E45F2D101}"/>
    <dgm:cxn modelId="{5C117758-635D-8043-91CF-1B06B156B912}" type="presOf" srcId="{124C90FD-A1BA-DE49-93A9-3647D399B261}" destId="{0EEFF695-B66A-744D-BA5B-63629739D0CD}" srcOrd="0" destOrd="0" presId="urn:microsoft.com/office/officeart/2005/8/layout/hChevron3"/>
    <dgm:cxn modelId="{26F10A5A-E801-9448-9A98-49D1FE196CD7}" srcId="{9A6670C3-5ED1-6B4D-A5C8-77CE49339A9A}" destId="{D4875111-490F-1D4F-B7B1-06E672B43ECB}" srcOrd="5" destOrd="0" parTransId="{C9196F4E-1BA3-D146-BA7E-A0C55B404161}" sibTransId="{5AD291D1-E0B6-9B48-B059-98C77842BD50}"/>
    <dgm:cxn modelId="{9D756DA1-87DD-1440-9817-6C19E0D4A613}" srcId="{9A6670C3-5ED1-6B4D-A5C8-77CE49339A9A}" destId="{B7468D0C-BAF4-9241-8156-ABE69FA660C9}" srcOrd="7" destOrd="0" parTransId="{4D0372A3-CFFC-164C-A8F8-03877DA72D8F}" sibTransId="{BD567386-F146-034B-B9F3-E426C057D417}"/>
    <dgm:cxn modelId="{98B93CAB-0524-4047-A49A-66CBA76BB961}" srcId="{9A6670C3-5ED1-6B4D-A5C8-77CE49339A9A}" destId="{124C90FD-A1BA-DE49-93A9-3647D399B261}" srcOrd="1" destOrd="0" parTransId="{DD7A76D4-3677-4845-9D81-6C65BFF3888E}" sibTransId="{E396D823-59CB-E84C-9E69-157682A45104}"/>
    <dgm:cxn modelId="{D35502BE-65F2-0041-B8DE-1EB85FC00C8B}" type="presOf" srcId="{C40863D6-6D6D-2549-B8A3-89C630D8D623}" destId="{9B9FA178-DDC6-1D4A-9DCA-E60EBDA2C771}" srcOrd="0" destOrd="0" presId="urn:microsoft.com/office/officeart/2005/8/layout/hChevron3"/>
    <dgm:cxn modelId="{BB67C9DA-66D1-164B-A2B7-850B585E55DA}" type="presOf" srcId="{D4875111-490F-1D4F-B7B1-06E672B43ECB}" destId="{EE005953-7D82-9945-A799-B1668F6191BD}" srcOrd="0" destOrd="0" presId="urn:microsoft.com/office/officeart/2005/8/layout/hChevron3"/>
    <dgm:cxn modelId="{5764C7E0-4ED6-7B4C-87E4-AB54D6822029}" type="presOf" srcId="{9A6670C3-5ED1-6B4D-A5C8-77CE49339A9A}" destId="{510EEC00-9EDD-E94C-9287-16C3238143C7}" srcOrd="0" destOrd="0" presId="urn:microsoft.com/office/officeart/2005/8/layout/hChevron3"/>
    <dgm:cxn modelId="{14F5DBED-DC3D-DB41-819F-BF2FC9E8DB7D}" srcId="{9A6670C3-5ED1-6B4D-A5C8-77CE49339A9A}" destId="{B146519D-436B-B742-BB1F-07CFD86D1B09}" srcOrd="6" destOrd="0" parTransId="{74FAA5B7-786D-2849-9AA4-F62AA25ADA9B}" sibTransId="{F9D2470F-0256-4045-839F-61EC15FEA083}"/>
    <dgm:cxn modelId="{038718F0-6B0F-5B44-9E1B-17B4680A7900}" srcId="{9A6670C3-5ED1-6B4D-A5C8-77CE49339A9A}" destId="{01147598-BC22-7742-8F83-1DCC0A2403CA}" srcOrd="0" destOrd="0" parTransId="{BFB56930-0155-1E4A-BD9C-1225EC041408}" sibTransId="{D13E9C04-FF59-B643-8B9D-EC7E82AE759B}"/>
    <dgm:cxn modelId="{B5CBAFF4-33FA-7D45-8E46-FF540B317003}" srcId="{9A6670C3-5ED1-6B4D-A5C8-77CE49339A9A}" destId="{4A5EBC7F-4169-964C-A437-CDE4041301E8}" srcOrd="2" destOrd="0" parTransId="{8B39A774-5561-D047-9655-3A5B9E0A289E}" sibTransId="{B482DBF1-22D2-704A-A9A1-7E4E4914A2A5}"/>
    <dgm:cxn modelId="{F1DB87F5-BA31-F244-BD15-37D2F01C325C}" srcId="{9A6670C3-5ED1-6B4D-A5C8-77CE49339A9A}" destId="{C40863D6-6D6D-2549-B8A3-89C630D8D623}" srcOrd="4" destOrd="0" parTransId="{20C264D0-FCC7-4C4F-98C3-2EDE950DDF4E}" sibTransId="{CF43ECA2-08E9-1F41-AC2E-50F72471DD7C}"/>
    <dgm:cxn modelId="{0D4DD9FA-FFC5-BF4E-A465-A31BAF55077E}" type="presOf" srcId="{01147598-BC22-7742-8F83-1DCC0A2403CA}" destId="{EAD19D87-AB43-CE43-A09B-6BF226EB9FD6}" srcOrd="0" destOrd="0" presId="urn:microsoft.com/office/officeart/2005/8/layout/hChevron3"/>
    <dgm:cxn modelId="{B7E7017E-A6A4-C64A-953F-769636725A19}" type="presParOf" srcId="{510EEC00-9EDD-E94C-9287-16C3238143C7}" destId="{EAD19D87-AB43-CE43-A09B-6BF226EB9FD6}" srcOrd="0" destOrd="0" presId="urn:microsoft.com/office/officeart/2005/8/layout/hChevron3"/>
    <dgm:cxn modelId="{0AC3E30C-A950-4B4D-B567-02F3EF5BC09C}" type="presParOf" srcId="{510EEC00-9EDD-E94C-9287-16C3238143C7}" destId="{0A167477-DAD5-BE4E-A5E7-1E4EBC3EF82B}" srcOrd="1" destOrd="0" presId="urn:microsoft.com/office/officeart/2005/8/layout/hChevron3"/>
    <dgm:cxn modelId="{F2ED7444-3611-2E4C-9A8A-8ECCE4DD6B40}" type="presParOf" srcId="{510EEC00-9EDD-E94C-9287-16C3238143C7}" destId="{0EEFF695-B66A-744D-BA5B-63629739D0CD}" srcOrd="2" destOrd="0" presId="urn:microsoft.com/office/officeart/2005/8/layout/hChevron3"/>
    <dgm:cxn modelId="{97A52F03-1E02-294E-ACD8-96DE3E5F5198}" type="presParOf" srcId="{510EEC00-9EDD-E94C-9287-16C3238143C7}" destId="{59CF5D09-54F3-EE4D-B92B-CBDB0202B343}" srcOrd="3" destOrd="0" presId="urn:microsoft.com/office/officeart/2005/8/layout/hChevron3"/>
    <dgm:cxn modelId="{098D1560-F78F-3D4B-88F3-5D99E6402445}" type="presParOf" srcId="{510EEC00-9EDD-E94C-9287-16C3238143C7}" destId="{68DE4F6C-30ED-AB4C-AE3E-C0AAAA7D55B8}" srcOrd="4" destOrd="0" presId="urn:microsoft.com/office/officeart/2005/8/layout/hChevron3"/>
    <dgm:cxn modelId="{3DB10F46-87A6-9C42-AD3E-0F7228F9657E}" type="presParOf" srcId="{510EEC00-9EDD-E94C-9287-16C3238143C7}" destId="{0094D06D-6AEA-6E45-B3D4-3377D5A83D7F}" srcOrd="5" destOrd="0" presId="urn:microsoft.com/office/officeart/2005/8/layout/hChevron3"/>
    <dgm:cxn modelId="{EA36B222-5719-A249-87A3-CE73560B8D28}" type="presParOf" srcId="{510EEC00-9EDD-E94C-9287-16C3238143C7}" destId="{B9FFAD97-B7D5-AF49-A24B-3280233A1C7D}" srcOrd="6" destOrd="0" presId="urn:microsoft.com/office/officeart/2005/8/layout/hChevron3"/>
    <dgm:cxn modelId="{D3F04440-BFD3-4942-827E-BA92E951FCBE}" type="presParOf" srcId="{510EEC00-9EDD-E94C-9287-16C3238143C7}" destId="{716B1CAA-5A98-3E49-A5F2-420190B166C3}" srcOrd="7" destOrd="0" presId="urn:microsoft.com/office/officeart/2005/8/layout/hChevron3"/>
    <dgm:cxn modelId="{DAC7810C-799E-C545-8BFA-EDF53340F083}" type="presParOf" srcId="{510EEC00-9EDD-E94C-9287-16C3238143C7}" destId="{9B9FA178-DDC6-1D4A-9DCA-E60EBDA2C771}" srcOrd="8" destOrd="0" presId="urn:microsoft.com/office/officeart/2005/8/layout/hChevron3"/>
    <dgm:cxn modelId="{FBD9F9D2-08A2-EA49-8F7D-AD44ABEFB035}" type="presParOf" srcId="{510EEC00-9EDD-E94C-9287-16C3238143C7}" destId="{22F31A78-E440-4749-A21A-15A3756FBDD5}" srcOrd="9" destOrd="0" presId="urn:microsoft.com/office/officeart/2005/8/layout/hChevron3"/>
    <dgm:cxn modelId="{DF81F0A5-F81D-A647-9746-B0CEAB845CF6}" type="presParOf" srcId="{510EEC00-9EDD-E94C-9287-16C3238143C7}" destId="{EE005953-7D82-9945-A799-B1668F6191BD}" srcOrd="10" destOrd="0" presId="urn:microsoft.com/office/officeart/2005/8/layout/hChevron3"/>
    <dgm:cxn modelId="{08263F4B-1C7A-8B47-8B01-D6E55E54705D}" type="presParOf" srcId="{510EEC00-9EDD-E94C-9287-16C3238143C7}" destId="{B0EB5937-DAB6-FE4D-B6D1-9B141F76E783}" srcOrd="11" destOrd="0" presId="urn:microsoft.com/office/officeart/2005/8/layout/hChevron3"/>
    <dgm:cxn modelId="{8DC2B314-A357-CD46-9958-6D1FCE204BF4}" type="presParOf" srcId="{510EEC00-9EDD-E94C-9287-16C3238143C7}" destId="{B6B00CE4-0DE5-314A-80EB-298E24207DD6}" srcOrd="12" destOrd="0" presId="urn:microsoft.com/office/officeart/2005/8/layout/hChevron3"/>
    <dgm:cxn modelId="{7E0A9CE1-C8CA-2F4C-8EEC-5093F0D566A9}" type="presParOf" srcId="{510EEC00-9EDD-E94C-9287-16C3238143C7}" destId="{A1105B4B-BAA3-D94D-A67A-28B6F769A0D2}" srcOrd="13" destOrd="0" presId="urn:microsoft.com/office/officeart/2005/8/layout/hChevron3"/>
    <dgm:cxn modelId="{597F07DE-94C6-8148-958E-2B3092679A31}" type="presParOf" srcId="{510EEC00-9EDD-E94C-9287-16C3238143C7}" destId="{E3B654DF-8808-3943-8DE7-041390E9BEAE}" srcOrd="1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D19D87-AB43-CE43-A09B-6BF226EB9FD6}">
      <dsp:nvSpPr>
        <dsp:cNvPr id="0" name=""/>
        <dsp:cNvSpPr/>
      </dsp:nvSpPr>
      <dsp:spPr>
        <a:xfrm>
          <a:off x="5808" y="0"/>
          <a:ext cx="1800729" cy="212435"/>
        </a:xfrm>
        <a:prstGeom prst="homePlate">
          <a:avLst/>
        </a:prstGeom>
        <a:solidFill>
          <a:srgbClr val="173F6D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8674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1</a:t>
          </a:r>
        </a:p>
      </dsp:txBody>
      <dsp:txXfrm>
        <a:off x="5808" y="0"/>
        <a:ext cx="1747620" cy="212435"/>
      </dsp:txXfrm>
    </dsp:sp>
    <dsp:sp modelId="{0EEFF695-B66A-744D-BA5B-63629739D0CD}">
      <dsp:nvSpPr>
        <dsp:cNvPr id="0" name=""/>
        <dsp:cNvSpPr/>
      </dsp:nvSpPr>
      <dsp:spPr>
        <a:xfrm>
          <a:off x="1446392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1.1</a:t>
          </a:r>
        </a:p>
      </dsp:txBody>
      <dsp:txXfrm>
        <a:off x="1552610" y="0"/>
        <a:ext cx="1588294" cy="212435"/>
      </dsp:txXfrm>
    </dsp:sp>
    <dsp:sp modelId="{68DE4F6C-30ED-AB4C-AE3E-C0AAAA7D55B8}">
      <dsp:nvSpPr>
        <dsp:cNvPr id="0" name=""/>
        <dsp:cNvSpPr/>
      </dsp:nvSpPr>
      <dsp:spPr>
        <a:xfrm>
          <a:off x="2886976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1.2</a:t>
          </a:r>
        </a:p>
      </dsp:txBody>
      <dsp:txXfrm>
        <a:off x="2993194" y="0"/>
        <a:ext cx="1588294" cy="212435"/>
      </dsp:txXfrm>
    </dsp:sp>
    <dsp:sp modelId="{B9FFAD97-B7D5-AF49-A24B-3280233A1C7D}">
      <dsp:nvSpPr>
        <dsp:cNvPr id="0" name=""/>
        <dsp:cNvSpPr/>
      </dsp:nvSpPr>
      <dsp:spPr>
        <a:xfrm>
          <a:off x="4327560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2</a:t>
          </a:r>
        </a:p>
      </dsp:txBody>
      <dsp:txXfrm>
        <a:off x="4433778" y="0"/>
        <a:ext cx="1588294" cy="212435"/>
      </dsp:txXfrm>
    </dsp:sp>
    <dsp:sp modelId="{9B9FA178-DDC6-1D4A-9DCA-E60EBDA2C771}">
      <dsp:nvSpPr>
        <dsp:cNvPr id="0" name=""/>
        <dsp:cNvSpPr/>
      </dsp:nvSpPr>
      <dsp:spPr>
        <a:xfrm>
          <a:off x="5768144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2.1</a:t>
          </a:r>
        </a:p>
      </dsp:txBody>
      <dsp:txXfrm>
        <a:off x="5874362" y="0"/>
        <a:ext cx="1588294" cy="212435"/>
      </dsp:txXfrm>
    </dsp:sp>
    <dsp:sp modelId="{EE005953-7D82-9945-A799-B1668F6191BD}">
      <dsp:nvSpPr>
        <dsp:cNvPr id="0" name=""/>
        <dsp:cNvSpPr/>
      </dsp:nvSpPr>
      <dsp:spPr>
        <a:xfrm>
          <a:off x="7208728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2.2</a:t>
          </a:r>
        </a:p>
      </dsp:txBody>
      <dsp:txXfrm>
        <a:off x="7314946" y="0"/>
        <a:ext cx="1588294" cy="212435"/>
      </dsp:txXfrm>
    </dsp:sp>
    <dsp:sp modelId="{B6B00CE4-0DE5-314A-80EB-298E24207DD6}">
      <dsp:nvSpPr>
        <dsp:cNvPr id="0" name=""/>
        <dsp:cNvSpPr/>
      </dsp:nvSpPr>
      <dsp:spPr>
        <a:xfrm>
          <a:off x="8649312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3</a:t>
          </a:r>
        </a:p>
      </dsp:txBody>
      <dsp:txXfrm>
        <a:off x="8755530" y="0"/>
        <a:ext cx="1588294" cy="212435"/>
      </dsp:txXfrm>
    </dsp:sp>
    <dsp:sp modelId="{E3B654DF-8808-3943-8DE7-041390E9BEAE}">
      <dsp:nvSpPr>
        <dsp:cNvPr id="0" name=""/>
        <dsp:cNvSpPr/>
      </dsp:nvSpPr>
      <dsp:spPr>
        <a:xfrm>
          <a:off x="10089896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4</a:t>
          </a:r>
        </a:p>
      </dsp:txBody>
      <dsp:txXfrm>
        <a:off x="10196114" y="0"/>
        <a:ext cx="1588294" cy="2124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D19D87-AB43-CE43-A09B-6BF226EB9FD6}">
      <dsp:nvSpPr>
        <dsp:cNvPr id="0" name=""/>
        <dsp:cNvSpPr/>
      </dsp:nvSpPr>
      <dsp:spPr>
        <a:xfrm>
          <a:off x="5808" y="0"/>
          <a:ext cx="1800729" cy="212435"/>
        </a:xfrm>
        <a:prstGeom prst="homePlate">
          <a:avLst/>
        </a:prstGeom>
        <a:solidFill>
          <a:srgbClr val="173F6D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8674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1</a:t>
          </a:r>
        </a:p>
      </dsp:txBody>
      <dsp:txXfrm>
        <a:off x="5808" y="0"/>
        <a:ext cx="1747620" cy="212435"/>
      </dsp:txXfrm>
    </dsp:sp>
    <dsp:sp modelId="{0EEFF695-B66A-744D-BA5B-63629739D0CD}">
      <dsp:nvSpPr>
        <dsp:cNvPr id="0" name=""/>
        <dsp:cNvSpPr/>
      </dsp:nvSpPr>
      <dsp:spPr>
        <a:xfrm>
          <a:off x="1446392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1.1</a:t>
          </a:r>
        </a:p>
      </dsp:txBody>
      <dsp:txXfrm>
        <a:off x="1552610" y="0"/>
        <a:ext cx="1588294" cy="212435"/>
      </dsp:txXfrm>
    </dsp:sp>
    <dsp:sp modelId="{68DE4F6C-30ED-AB4C-AE3E-C0AAAA7D55B8}">
      <dsp:nvSpPr>
        <dsp:cNvPr id="0" name=""/>
        <dsp:cNvSpPr/>
      </dsp:nvSpPr>
      <dsp:spPr>
        <a:xfrm>
          <a:off x="2886976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1.2</a:t>
          </a:r>
        </a:p>
      </dsp:txBody>
      <dsp:txXfrm>
        <a:off x="2993194" y="0"/>
        <a:ext cx="1588294" cy="212435"/>
      </dsp:txXfrm>
    </dsp:sp>
    <dsp:sp modelId="{B9FFAD97-B7D5-AF49-A24B-3280233A1C7D}">
      <dsp:nvSpPr>
        <dsp:cNvPr id="0" name=""/>
        <dsp:cNvSpPr/>
      </dsp:nvSpPr>
      <dsp:spPr>
        <a:xfrm>
          <a:off x="4327560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2</a:t>
          </a:r>
        </a:p>
      </dsp:txBody>
      <dsp:txXfrm>
        <a:off x="4433778" y="0"/>
        <a:ext cx="1588294" cy="212435"/>
      </dsp:txXfrm>
    </dsp:sp>
    <dsp:sp modelId="{9B9FA178-DDC6-1D4A-9DCA-E60EBDA2C771}">
      <dsp:nvSpPr>
        <dsp:cNvPr id="0" name=""/>
        <dsp:cNvSpPr/>
      </dsp:nvSpPr>
      <dsp:spPr>
        <a:xfrm>
          <a:off x="5768144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2.1</a:t>
          </a:r>
        </a:p>
      </dsp:txBody>
      <dsp:txXfrm>
        <a:off x="5874362" y="0"/>
        <a:ext cx="1588294" cy="212435"/>
      </dsp:txXfrm>
    </dsp:sp>
    <dsp:sp modelId="{EE005953-7D82-9945-A799-B1668F6191BD}">
      <dsp:nvSpPr>
        <dsp:cNvPr id="0" name=""/>
        <dsp:cNvSpPr/>
      </dsp:nvSpPr>
      <dsp:spPr>
        <a:xfrm>
          <a:off x="7208728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2.2</a:t>
          </a:r>
        </a:p>
      </dsp:txBody>
      <dsp:txXfrm>
        <a:off x="7314946" y="0"/>
        <a:ext cx="1588294" cy="212435"/>
      </dsp:txXfrm>
    </dsp:sp>
    <dsp:sp modelId="{B6B00CE4-0DE5-314A-80EB-298E24207DD6}">
      <dsp:nvSpPr>
        <dsp:cNvPr id="0" name=""/>
        <dsp:cNvSpPr/>
      </dsp:nvSpPr>
      <dsp:spPr>
        <a:xfrm>
          <a:off x="8649312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3</a:t>
          </a:r>
        </a:p>
      </dsp:txBody>
      <dsp:txXfrm>
        <a:off x="8755530" y="0"/>
        <a:ext cx="1588294" cy="212435"/>
      </dsp:txXfrm>
    </dsp:sp>
    <dsp:sp modelId="{E3B654DF-8808-3943-8DE7-041390E9BEAE}">
      <dsp:nvSpPr>
        <dsp:cNvPr id="0" name=""/>
        <dsp:cNvSpPr/>
      </dsp:nvSpPr>
      <dsp:spPr>
        <a:xfrm>
          <a:off x="10089896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4</a:t>
          </a:r>
        </a:p>
      </dsp:txBody>
      <dsp:txXfrm>
        <a:off x="10196114" y="0"/>
        <a:ext cx="1588294" cy="2124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D19D87-AB43-CE43-A09B-6BF226EB9FD6}">
      <dsp:nvSpPr>
        <dsp:cNvPr id="0" name=""/>
        <dsp:cNvSpPr/>
      </dsp:nvSpPr>
      <dsp:spPr>
        <a:xfrm>
          <a:off x="5808" y="0"/>
          <a:ext cx="1800729" cy="212435"/>
        </a:xfrm>
        <a:prstGeom prst="homePlate">
          <a:avLst/>
        </a:prstGeom>
        <a:solidFill>
          <a:srgbClr val="173F6D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8674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1</a:t>
          </a:r>
        </a:p>
      </dsp:txBody>
      <dsp:txXfrm>
        <a:off x="5808" y="0"/>
        <a:ext cx="1747620" cy="212435"/>
      </dsp:txXfrm>
    </dsp:sp>
    <dsp:sp modelId="{0EEFF695-B66A-744D-BA5B-63629739D0CD}">
      <dsp:nvSpPr>
        <dsp:cNvPr id="0" name=""/>
        <dsp:cNvSpPr/>
      </dsp:nvSpPr>
      <dsp:spPr>
        <a:xfrm>
          <a:off x="1446392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1.1</a:t>
          </a:r>
        </a:p>
      </dsp:txBody>
      <dsp:txXfrm>
        <a:off x="1552610" y="0"/>
        <a:ext cx="1588294" cy="212435"/>
      </dsp:txXfrm>
    </dsp:sp>
    <dsp:sp modelId="{68DE4F6C-30ED-AB4C-AE3E-C0AAAA7D55B8}">
      <dsp:nvSpPr>
        <dsp:cNvPr id="0" name=""/>
        <dsp:cNvSpPr/>
      </dsp:nvSpPr>
      <dsp:spPr>
        <a:xfrm>
          <a:off x="2886976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1.2</a:t>
          </a:r>
        </a:p>
      </dsp:txBody>
      <dsp:txXfrm>
        <a:off x="2993194" y="0"/>
        <a:ext cx="1588294" cy="212435"/>
      </dsp:txXfrm>
    </dsp:sp>
    <dsp:sp modelId="{B9FFAD97-B7D5-AF49-A24B-3280233A1C7D}">
      <dsp:nvSpPr>
        <dsp:cNvPr id="0" name=""/>
        <dsp:cNvSpPr/>
      </dsp:nvSpPr>
      <dsp:spPr>
        <a:xfrm>
          <a:off x="4327560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2</a:t>
          </a:r>
        </a:p>
      </dsp:txBody>
      <dsp:txXfrm>
        <a:off x="4433778" y="0"/>
        <a:ext cx="1588294" cy="212435"/>
      </dsp:txXfrm>
    </dsp:sp>
    <dsp:sp modelId="{9B9FA178-DDC6-1D4A-9DCA-E60EBDA2C771}">
      <dsp:nvSpPr>
        <dsp:cNvPr id="0" name=""/>
        <dsp:cNvSpPr/>
      </dsp:nvSpPr>
      <dsp:spPr>
        <a:xfrm>
          <a:off x="5768144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2.1</a:t>
          </a:r>
        </a:p>
      </dsp:txBody>
      <dsp:txXfrm>
        <a:off x="5874362" y="0"/>
        <a:ext cx="1588294" cy="212435"/>
      </dsp:txXfrm>
    </dsp:sp>
    <dsp:sp modelId="{EE005953-7D82-9945-A799-B1668F6191BD}">
      <dsp:nvSpPr>
        <dsp:cNvPr id="0" name=""/>
        <dsp:cNvSpPr/>
      </dsp:nvSpPr>
      <dsp:spPr>
        <a:xfrm>
          <a:off x="7208728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2.2</a:t>
          </a:r>
        </a:p>
      </dsp:txBody>
      <dsp:txXfrm>
        <a:off x="7314946" y="0"/>
        <a:ext cx="1588294" cy="212435"/>
      </dsp:txXfrm>
    </dsp:sp>
    <dsp:sp modelId="{B6B00CE4-0DE5-314A-80EB-298E24207DD6}">
      <dsp:nvSpPr>
        <dsp:cNvPr id="0" name=""/>
        <dsp:cNvSpPr/>
      </dsp:nvSpPr>
      <dsp:spPr>
        <a:xfrm>
          <a:off x="8649312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3</a:t>
          </a:r>
        </a:p>
      </dsp:txBody>
      <dsp:txXfrm>
        <a:off x="8755530" y="0"/>
        <a:ext cx="1588294" cy="212435"/>
      </dsp:txXfrm>
    </dsp:sp>
    <dsp:sp modelId="{E3B654DF-8808-3943-8DE7-041390E9BEAE}">
      <dsp:nvSpPr>
        <dsp:cNvPr id="0" name=""/>
        <dsp:cNvSpPr/>
      </dsp:nvSpPr>
      <dsp:spPr>
        <a:xfrm>
          <a:off x="10089896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4</a:t>
          </a:r>
        </a:p>
      </dsp:txBody>
      <dsp:txXfrm>
        <a:off x="10196114" y="0"/>
        <a:ext cx="1588294" cy="2124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D19D87-AB43-CE43-A09B-6BF226EB9FD6}">
      <dsp:nvSpPr>
        <dsp:cNvPr id="0" name=""/>
        <dsp:cNvSpPr/>
      </dsp:nvSpPr>
      <dsp:spPr>
        <a:xfrm>
          <a:off x="5808" y="0"/>
          <a:ext cx="1800729" cy="212435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8674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1</a:t>
          </a:r>
        </a:p>
      </dsp:txBody>
      <dsp:txXfrm>
        <a:off x="5808" y="0"/>
        <a:ext cx="1747620" cy="212435"/>
      </dsp:txXfrm>
    </dsp:sp>
    <dsp:sp modelId="{0EEFF695-B66A-744D-BA5B-63629739D0CD}">
      <dsp:nvSpPr>
        <dsp:cNvPr id="0" name=""/>
        <dsp:cNvSpPr/>
      </dsp:nvSpPr>
      <dsp:spPr>
        <a:xfrm>
          <a:off x="1446392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1.1</a:t>
          </a:r>
        </a:p>
      </dsp:txBody>
      <dsp:txXfrm>
        <a:off x="1552610" y="0"/>
        <a:ext cx="1588294" cy="212435"/>
      </dsp:txXfrm>
    </dsp:sp>
    <dsp:sp modelId="{68DE4F6C-30ED-AB4C-AE3E-C0AAAA7D55B8}">
      <dsp:nvSpPr>
        <dsp:cNvPr id="0" name=""/>
        <dsp:cNvSpPr/>
      </dsp:nvSpPr>
      <dsp:spPr>
        <a:xfrm>
          <a:off x="2886976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1.2</a:t>
          </a:r>
        </a:p>
      </dsp:txBody>
      <dsp:txXfrm>
        <a:off x="2993194" y="0"/>
        <a:ext cx="1588294" cy="212435"/>
      </dsp:txXfrm>
    </dsp:sp>
    <dsp:sp modelId="{B9FFAD97-B7D5-AF49-A24B-3280233A1C7D}">
      <dsp:nvSpPr>
        <dsp:cNvPr id="0" name=""/>
        <dsp:cNvSpPr/>
      </dsp:nvSpPr>
      <dsp:spPr>
        <a:xfrm>
          <a:off x="4327560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2</a:t>
          </a:r>
        </a:p>
      </dsp:txBody>
      <dsp:txXfrm>
        <a:off x="4433778" y="0"/>
        <a:ext cx="1588294" cy="212435"/>
      </dsp:txXfrm>
    </dsp:sp>
    <dsp:sp modelId="{9B9FA178-DDC6-1D4A-9DCA-E60EBDA2C771}">
      <dsp:nvSpPr>
        <dsp:cNvPr id="0" name=""/>
        <dsp:cNvSpPr/>
      </dsp:nvSpPr>
      <dsp:spPr>
        <a:xfrm>
          <a:off x="5768144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2.1</a:t>
          </a:r>
        </a:p>
      </dsp:txBody>
      <dsp:txXfrm>
        <a:off x="5874362" y="0"/>
        <a:ext cx="1588294" cy="212435"/>
      </dsp:txXfrm>
    </dsp:sp>
    <dsp:sp modelId="{EE005953-7D82-9945-A799-B1668F6191BD}">
      <dsp:nvSpPr>
        <dsp:cNvPr id="0" name=""/>
        <dsp:cNvSpPr/>
      </dsp:nvSpPr>
      <dsp:spPr>
        <a:xfrm>
          <a:off x="7208728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2.2</a:t>
          </a:r>
        </a:p>
      </dsp:txBody>
      <dsp:txXfrm>
        <a:off x="7314946" y="0"/>
        <a:ext cx="1588294" cy="212435"/>
      </dsp:txXfrm>
    </dsp:sp>
    <dsp:sp modelId="{B6B00CE4-0DE5-314A-80EB-298E24207DD6}">
      <dsp:nvSpPr>
        <dsp:cNvPr id="0" name=""/>
        <dsp:cNvSpPr/>
      </dsp:nvSpPr>
      <dsp:spPr>
        <a:xfrm>
          <a:off x="8649312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3</a:t>
          </a:r>
        </a:p>
      </dsp:txBody>
      <dsp:txXfrm>
        <a:off x="8755530" y="0"/>
        <a:ext cx="1588294" cy="212435"/>
      </dsp:txXfrm>
    </dsp:sp>
    <dsp:sp modelId="{E3B654DF-8808-3943-8DE7-041390E9BEAE}">
      <dsp:nvSpPr>
        <dsp:cNvPr id="0" name=""/>
        <dsp:cNvSpPr/>
      </dsp:nvSpPr>
      <dsp:spPr>
        <a:xfrm>
          <a:off x="10089896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4</a:t>
          </a:r>
        </a:p>
      </dsp:txBody>
      <dsp:txXfrm>
        <a:off x="10196114" y="0"/>
        <a:ext cx="1588294" cy="2124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D19D87-AB43-CE43-A09B-6BF226EB9FD6}">
      <dsp:nvSpPr>
        <dsp:cNvPr id="0" name=""/>
        <dsp:cNvSpPr/>
      </dsp:nvSpPr>
      <dsp:spPr>
        <a:xfrm>
          <a:off x="5808" y="0"/>
          <a:ext cx="1800729" cy="212435"/>
        </a:xfrm>
        <a:prstGeom prst="homePlate">
          <a:avLst/>
        </a:prstGeom>
        <a:solidFill>
          <a:srgbClr val="173F6D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8674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1</a:t>
          </a:r>
        </a:p>
      </dsp:txBody>
      <dsp:txXfrm>
        <a:off x="5808" y="0"/>
        <a:ext cx="1747620" cy="212435"/>
      </dsp:txXfrm>
    </dsp:sp>
    <dsp:sp modelId="{0EEFF695-B66A-744D-BA5B-63629739D0CD}">
      <dsp:nvSpPr>
        <dsp:cNvPr id="0" name=""/>
        <dsp:cNvSpPr/>
      </dsp:nvSpPr>
      <dsp:spPr>
        <a:xfrm>
          <a:off x="1446392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1.1</a:t>
          </a:r>
        </a:p>
      </dsp:txBody>
      <dsp:txXfrm>
        <a:off x="1552610" y="0"/>
        <a:ext cx="1588294" cy="212435"/>
      </dsp:txXfrm>
    </dsp:sp>
    <dsp:sp modelId="{68DE4F6C-30ED-AB4C-AE3E-C0AAAA7D55B8}">
      <dsp:nvSpPr>
        <dsp:cNvPr id="0" name=""/>
        <dsp:cNvSpPr/>
      </dsp:nvSpPr>
      <dsp:spPr>
        <a:xfrm>
          <a:off x="2886976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1.2</a:t>
          </a:r>
        </a:p>
      </dsp:txBody>
      <dsp:txXfrm>
        <a:off x="2993194" y="0"/>
        <a:ext cx="1588294" cy="212435"/>
      </dsp:txXfrm>
    </dsp:sp>
    <dsp:sp modelId="{B9FFAD97-B7D5-AF49-A24B-3280233A1C7D}">
      <dsp:nvSpPr>
        <dsp:cNvPr id="0" name=""/>
        <dsp:cNvSpPr/>
      </dsp:nvSpPr>
      <dsp:spPr>
        <a:xfrm>
          <a:off x="4327560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2</a:t>
          </a:r>
        </a:p>
      </dsp:txBody>
      <dsp:txXfrm>
        <a:off x="4433778" y="0"/>
        <a:ext cx="1588294" cy="212435"/>
      </dsp:txXfrm>
    </dsp:sp>
    <dsp:sp modelId="{9B9FA178-DDC6-1D4A-9DCA-E60EBDA2C771}">
      <dsp:nvSpPr>
        <dsp:cNvPr id="0" name=""/>
        <dsp:cNvSpPr/>
      </dsp:nvSpPr>
      <dsp:spPr>
        <a:xfrm>
          <a:off x="5768144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2.1</a:t>
          </a:r>
        </a:p>
      </dsp:txBody>
      <dsp:txXfrm>
        <a:off x="5874362" y="0"/>
        <a:ext cx="1588294" cy="212435"/>
      </dsp:txXfrm>
    </dsp:sp>
    <dsp:sp modelId="{EE005953-7D82-9945-A799-B1668F6191BD}">
      <dsp:nvSpPr>
        <dsp:cNvPr id="0" name=""/>
        <dsp:cNvSpPr/>
      </dsp:nvSpPr>
      <dsp:spPr>
        <a:xfrm>
          <a:off x="7208728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2.2</a:t>
          </a:r>
        </a:p>
      </dsp:txBody>
      <dsp:txXfrm>
        <a:off x="7314946" y="0"/>
        <a:ext cx="1588294" cy="212435"/>
      </dsp:txXfrm>
    </dsp:sp>
    <dsp:sp modelId="{B6B00CE4-0DE5-314A-80EB-298E24207DD6}">
      <dsp:nvSpPr>
        <dsp:cNvPr id="0" name=""/>
        <dsp:cNvSpPr/>
      </dsp:nvSpPr>
      <dsp:spPr>
        <a:xfrm>
          <a:off x="8649312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3</a:t>
          </a:r>
        </a:p>
      </dsp:txBody>
      <dsp:txXfrm>
        <a:off x="8755530" y="0"/>
        <a:ext cx="1588294" cy="212435"/>
      </dsp:txXfrm>
    </dsp:sp>
    <dsp:sp modelId="{E3B654DF-8808-3943-8DE7-041390E9BEAE}">
      <dsp:nvSpPr>
        <dsp:cNvPr id="0" name=""/>
        <dsp:cNvSpPr/>
      </dsp:nvSpPr>
      <dsp:spPr>
        <a:xfrm>
          <a:off x="10089896" y="0"/>
          <a:ext cx="1800729" cy="212435"/>
        </a:xfrm>
        <a:prstGeom prst="chevron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4</a:t>
          </a:r>
        </a:p>
      </dsp:txBody>
      <dsp:txXfrm>
        <a:off x="10196114" y="0"/>
        <a:ext cx="1588294" cy="2124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D19D87-AB43-CE43-A09B-6BF226EB9FD6}">
      <dsp:nvSpPr>
        <dsp:cNvPr id="0" name=""/>
        <dsp:cNvSpPr/>
      </dsp:nvSpPr>
      <dsp:spPr>
        <a:xfrm>
          <a:off x="5808" y="0"/>
          <a:ext cx="1800729" cy="212435"/>
        </a:xfrm>
        <a:prstGeom prst="homePlate">
          <a:avLst/>
        </a:prstGeom>
        <a:solidFill>
          <a:srgbClr val="173F6D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8674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1</a:t>
          </a:r>
        </a:p>
      </dsp:txBody>
      <dsp:txXfrm>
        <a:off x="5808" y="0"/>
        <a:ext cx="1747620" cy="212435"/>
      </dsp:txXfrm>
    </dsp:sp>
    <dsp:sp modelId="{0EEFF695-B66A-744D-BA5B-63629739D0CD}">
      <dsp:nvSpPr>
        <dsp:cNvPr id="0" name=""/>
        <dsp:cNvSpPr/>
      </dsp:nvSpPr>
      <dsp:spPr>
        <a:xfrm>
          <a:off x="1446392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1.1</a:t>
          </a:r>
        </a:p>
      </dsp:txBody>
      <dsp:txXfrm>
        <a:off x="1552610" y="0"/>
        <a:ext cx="1588294" cy="212435"/>
      </dsp:txXfrm>
    </dsp:sp>
    <dsp:sp modelId="{68DE4F6C-30ED-AB4C-AE3E-C0AAAA7D55B8}">
      <dsp:nvSpPr>
        <dsp:cNvPr id="0" name=""/>
        <dsp:cNvSpPr/>
      </dsp:nvSpPr>
      <dsp:spPr>
        <a:xfrm>
          <a:off x="2886976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1.2</a:t>
          </a:r>
        </a:p>
      </dsp:txBody>
      <dsp:txXfrm>
        <a:off x="2993194" y="0"/>
        <a:ext cx="1588294" cy="212435"/>
      </dsp:txXfrm>
    </dsp:sp>
    <dsp:sp modelId="{B9FFAD97-B7D5-AF49-A24B-3280233A1C7D}">
      <dsp:nvSpPr>
        <dsp:cNvPr id="0" name=""/>
        <dsp:cNvSpPr/>
      </dsp:nvSpPr>
      <dsp:spPr>
        <a:xfrm>
          <a:off x="4327560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2</a:t>
          </a:r>
        </a:p>
      </dsp:txBody>
      <dsp:txXfrm>
        <a:off x="4433778" y="0"/>
        <a:ext cx="1588294" cy="212435"/>
      </dsp:txXfrm>
    </dsp:sp>
    <dsp:sp modelId="{9B9FA178-DDC6-1D4A-9DCA-E60EBDA2C771}">
      <dsp:nvSpPr>
        <dsp:cNvPr id="0" name=""/>
        <dsp:cNvSpPr/>
      </dsp:nvSpPr>
      <dsp:spPr>
        <a:xfrm>
          <a:off x="5768144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2.1</a:t>
          </a:r>
        </a:p>
      </dsp:txBody>
      <dsp:txXfrm>
        <a:off x="5874362" y="0"/>
        <a:ext cx="1588294" cy="212435"/>
      </dsp:txXfrm>
    </dsp:sp>
    <dsp:sp modelId="{EE005953-7D82-9945-A799-B1668F6191BD}">
      <dsp:nvSpPr>
        <dsp:cNvPr id="0" name=""/>
        <dsp:cNvSpPr/>
      </dsp:nvSpPr>
      <dsp:spPr>
        <a:xfrm>
          <a:off x="7208728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2.2</a:t>
          </a:r>
        </a:p>
      </dsp:txBody>
      <dsp:txXfrm>
        <a:off x="7314946" y="0"/>
        <a:ext cx="1588294" cy="212435"/>
      </dsp:txXfrm>
    </dsp:sp>
    <dsp:sp modelId="{B6B00CE4-0DE5-314A-80EB-298E24207DD6}">
      <dsp:nvSpPr>
        <dsp:cNvPr id="0" name=""/>
        <dsp:cNvSpPr/>
      </dsp:nvSpPr>
      <dsp:spPr>
        <a:xfrm>
          <a:off x="8649312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3</a:t>
          </a:r>
        </a:p>
      </dsp:txBody>
      <dsp:txXfrm>
        <a:off x="8755530" y="0"/>
        <a:ext cx="1588294" cy="212435"/>
      </dsp:txXfrm>
    </dsp:sp>
    <dsp:sp modelId="{E3B654DF-8808-3943-8DE7-041390E9BEAE}">
      <dsp:nvSpPr>
        <dsp:cNvPr id="0" name=""/>
        <dsp:cNvSpPr/>
      </dsp:nvSpPr>
      <dsp:spPr>
        <a:xfrm>
          <a:off x="10089896" y="0"/>
          <a:ext cx="1800729" cy="212435"/>
        </a:xfrm>
        <a:prstGeom prst="chevron">
          <a:avLst/>
        </a:prstGeom>
        <a:solidFill>
          <a:srgbClr val="173F6D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44006" tIns="29337" rIns="14669" bIns="29337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Section 4</a:t>
          </a:r>
        </a:p>
      </dsp:txBody>
      <dsp:txXfrm>
        <a:off x="10196114" y="0"/>
        <a:ext cx="1588294" cy="2124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5E437-5425-844D-A798-4F425E8060D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AEF2D-F936-7243-A26A-BDBCFDF7A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57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5688C1-F55A-B549-95B1-79B8882179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3134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83231-C832-CB98-9E6C-2455959CD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D61FFF-90FE-05EF-EA1E-83756D88C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7AAE21-8412-EDED-7E5F-1EB8856B4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Initial data generator</a:t>
            </a:r>
          </a:p>
          <a:p>
            <a:r>
              <a:rPr lang="en-US"/>
              <a:t>Local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765-0DE4-2C22-0092-DDDD7F135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5688C1-F55A-B549-95B1-79B8882179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8230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13AE4-8CB6-C136-66F9-12185BBA0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2B16D6-DBD2-4BAA-242F-CA126BA09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F81AD-2174-DA7C-6704-4A81B0FBF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Initial data generator</a:t>
            </a:r>
          </a:p>
          <a:p>
            <a:r>
              <a:rPr lang="en-US"/>
              <a:t>Local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F708C-37AB-BBF7-7871-91C3C41839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5688C1-F55A-B549-95B1-79B8882179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1238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D70B-5B58-E71E-8718-17E13E04C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CB0E5-428B-2BDF-BCD0-0D60C9C6D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1AD03-88DA-5D91-E3EF-9C9F9DDDD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E8EE1-B691-23D2-0E42-D27A6DE20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AEF2D-F936-7243-A26A-BDBCFDF7ADB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89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2E4B9-8905-5230-F6D9-E74FE51F7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F2B72-7399-CA76-00B9-E1DDF6A81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FE78E-91AE-67F6-075F-FA6E6D6F2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6E274-D29F-7A67-376A-501901644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AEF2D-F936-7243-A26A-BDBCFDF7ADB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07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CBC57-B3DF-B214-BB2B-799E66E6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EBE67-4BB3-B402-C110-301230446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A02390-1A35-95BF-093A-4CCF791AB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54EE6-D18D-D528-25DB-49A93536B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AEF2D-F936-7243-A26A-BDBCFDF7ADB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41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BFDFB-B5F3-BCDA-FC08-630C38AAC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4A2BC5-58F6-F56A-D94F-B45D57AFD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AEEFC-36CF-7DC2-99D6-E0A7630E0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7B36A-E122-1294-CCEA-DC6282EBB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AEF2D-F936-7243-A26A-BDBCFDF7ADB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56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E885B-EB32-F719-DC97-09DA5A148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F80091-A38A-029F-E878-FEAE54838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D05CF-004C-8919-E7AB-47F4E3260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92C0E-22F2-AD25-B83E-FC303CFE8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AEF2D-F936-7243-A26A-BDBCFDF7ADB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031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E989-C3CA-D3FC-6044-06FA2B1E9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6E822-D3FB-1DFA-2D8D-8241FF0CD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148528-95FD-0C9D-4C46-8663151E4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2DFEA-BC01-B5FE-3215-30760A2E3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AEF2D-F936-7243-A26A-BDBCFDF7ADB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31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DB5F3-0496-78C6-ACFE-3453B6730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47197-57B4-B6C0-DADC-DCA4713C8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114FD-8A07-E424-8F60-FFD9C9979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5CD8A-DF55-14EE-4969-C015876F7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AEF2D-F936-7243-A26A-BDBCFDF7ADB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5578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AEF2D-F936-7243-A26A-BDBCFDF7ADB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717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18D33-0C25-5CC0-CDE7-374E18C27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5111C-1C60-2AB8-0971-16B3DACBE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D92DB-DE5D-1F7A-B835-C9C53CDCD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A6712-334C-2A50-63C4-0ADA7ED10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AEF2D-F936-7243-A26A-BDBCFDF7ADB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35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A1D7C-75D2-3533-4814-B8161BEFE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5395A-F15B-6196-E6B4-37D2F225C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8A70D-2DEB-0AE6-6FB8-19EE33401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C4AA2-A633-F3FE-3101-CBA338172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AEF2D-F936-7243-A26A-BDBCFDF7ADB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19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5553D-5055-9131-02E0-C2F526E9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2526D-87C0-DDE9-2B73-5094CBC04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B43DCC-B3B2-C0B3-093D-7D43B0BD0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6C91D-B593-254A-4EB5-B9C1970434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AEF2D-F936-7243-A26A-BDBCFDF7ADB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855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EB798-338A-623D-D4BB-C357A12F3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A07B57-0E84-7B37-5997-6DC61BE97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0FCF8-FB7B-08FB-F205-EE9174B68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F6BEC-BF92-23BB-79A5-FF402A09C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AEF2D-F936-7243-A26A-BDBCFDF7ADB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30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60243"/>
            <a:ext cx="9144000" cy="3697557"/>
          </a:xfrm>
          <a:prstGeom prst="rect">
            <a:avLst/>
          </a:prstGeom>
        </p:spPr>
        <p:txBody>
          <a:bodyPr/>
          <a:lstStyle>
            <a:lvl1pPr marL="0" indent="0" algn="l">
              <a:buFont typeface="Arial" charset="0"/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57264" y="266561"/>
            <a:ext cx="552565" cy="583122"/>
          </a:xfrm>
          <a:prstGeom prst="rect">
            <a:avLst/>
          </a:prstGeom>
        </p:spPr>
      </p:pic>
      <p:cxnSp>
        <p:nvCxnSpPr>
          <p:cNvPr id="14" name="Straight Connector 13"/>
          <p:cNvCxnSpPr/>
          <p:nvPr userDrawn="1"/>
        </p:nvCxnSpPr>
        <p:spPr>
          <a:xfrm flipH="1">
            <a:off x="295118" y="939376"/>
            <a:ext cx="11617482" cy="0"/>
          </a:xfrm>
          <a:prstGeom prst="line">
            <a:avLst/>
          </a:prstGeom>
          <a:ln w="31750" cap="sq">
            <a:solidFill>
              <a:srgbClr val="5B6772"/>
            </a:solidFill>
            <a:prstDash val="solid"/>
          </a:ln>
          <a:effectLst>
            <a:outerShdw blurRad="25400" dist="25400" dir="5400000" algn="t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505862" y="272464"/>
            <a:ext cx="10515600" cy="6829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0777" y="6075335"/>
            <a:ext cx="4039052" cy="29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542655"/>
      </p:ext>
    </p:extLst>
  </p:cSld>
  <p:clrMapOvr>
    <a:masterClrMapping/>
  </p:clrMapOvr>
  <p:transition spd="slow">
    <p:push dir="u"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3190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charset="0"/>
                <a:ea typeface="Century Gothic" charset="0"/>
                <a:cs typeface="Century Gothic" charset="0"/>
              </a:defRPr>
            </a:lvl1pPr>
            <a:lvl2pPr>
              <a:defRPr>
                <a:latin typeface="Century Gothic" charset="0"/>
                <a:ea typeface="Century Gothic" charset="0"/>
                <a:cs typeface="Century Gothic" charset="0"/>
              </a:defRPr>
            </a:lvl2pPr>
            <a:lvl3pPr>
              <a:defRPr>
                <a:latin typeface="Century Gothic" charset="0"/>
                <a:ea typeface="Century Gothic" charset="0"/>
                <a:cs typeface="Century Gothic" charset="0"/>
              </a:defRPr>
            </a:lvl3pPr>
            <a:lvl4pPr>
              <a:defRPr>
                <a:latin typeface="Century Gothic" charset="0"/>
                <a:ea typeface="Century Gothic" charset="0"/>
                <a:cs typeface="Century Gothic" charset="0"/>
              </a:defRPr>
            </a:lvl4pPr>
            <a:lvl5pPr>
              <a:defRPr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57264" y="266561"/>
            <a:ext cx="552565" cy="583122"/>
          </a:xfrm>
          <a:prstGeom prst="rect">
            <a:avLst/>
          </a:prstGeom>
        </p:spPr>
      </p:pic>
      <p:cxnSp>
        <p:nvCxnSpPr>
          <p:cNvPr id="16" name="Straight Connector 15"/>
          <p:cNvCxnSpPr/>
          <p:nvPr userDrawn="1"/>
        </p:nvCxnSpPr>
        <p:spPr>
          <a:xfrm flipH="1">
            <a:off x="295118" y="939376"/>
            <a:ext cx="11617482" cy="0"/>
          </a:xfrm>
          <a:prstGeom prst="line">
            <a:avLst/>
          </a:prstGeom>
          <a:ln w="31750" cap="sq">
            <a:solidFill>
              <a:srgbClr val="5B6772"/>
            </a:solidFill>
            <a:prstDash val="solid"/>
          </a:ln>
          <a:effectLst>
            <a:outerShdw blurRad="25400" dist="25400" dir="5400000" algn="t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05862" y="365500"/>
            <a:ext cx="10515600" cy="6208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0777" y="6075335"/>
            <a:ext cx="4039052" cy="29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55887"/>
      </p:ext>
    </p:extLst>
  </p:cSld>
  <p:clrMapOvr>
    <a:masterClrMapping/>
  </p:clrMapOvr>
  <p:transition spd="slow">
    <p:push dir="u"/>
  </p:transition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7829339"/>
      </p:ext>
    </p:extLst>
  </p:cSld>
  <p:clrMapOvr>
    <a:masterClrMapping/>
  </p:clrMapOvr>
  <p:transition spd="slow">
    <p:push dir="u"/>
  </p:transition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1821120"/>
            <a:ext cx="10514880" cy="83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/>
            </a:lvl1pPr>
          </a:lstStyle>
          <a:p>
            <a:pPr indent="0" algn="ctr">
              <a:buNone/>
            </a:pPr>
            <a:endParaRPr lang="en-US" sz="5867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2700480"/>
            <a:ext cx="10514880" cy="36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889"/>
              </a:spcBef>
              <a:buNone/>
              <a:defRPr/>
            </a:lvl1pPr>
          </a:lstStyle>
          <a:p>
            <a:pPr indent="0">
              <a:spcBef>
                <a:spcPts val="1417"/>
              </a:spcBef>
              <a:buNone/>
            </a:pPr>
            <a:endParaRPr lang="en-US" sz="4267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1797979"/>
      </p:ext>
    </p:extLst>
  </p:cSld>
  <p:clrMapOvr>
    <a:masterClrMapping/>
  </p:clrMapOvr>
  <p:transition spd="slow">
    <p:push dir="u"/>
  </p:transition>
  <p:hf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380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539A6"/>
          </a:solidFill>
          <a:latin typeface="Century Gothic" charset="0"/>
          <a:ea typeface="Century Gothic" charset="0"/>
          <a:cs typeface="Century Gothic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0539A6"/>
          </a:solidFill>
          <a:latin typeface="Century Gothic" charset="0"/>
          <a:ea typeface="Century Gothic" charset="0"/>
          <a:cs typeface="Century Gothic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0539A6"/>
          </a:solidFill>
          <a:latin typeface="Century Gothic" charset="0"/>
          <a:ea typeface="Century Gothic" charset="0"/>
          <a:cs typeface="Century Gothic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0539A6"/>
          </a:solidFill>
          <a:latin typeface="Century Gothic" charset="0"/>
          <a:ea typeface="Century Gothic" charset="0"/>
          <a:cs typeface="Century Gothic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539A6"/>
          </a:solidFill>
          <a:latin typeface="Century Gothic" charset="0"/>
          <a:ea typeface="Century Gothic" charset="0"/>
          <a:cs typeface="Century Gothic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539A6"/>
          </a:solidFill>
          <a:latin typeface="Century Gothic" charset="0"/>
          <a:ea typeface="Century Gothic" charset="0"/>
          <a:cs typeface="Century Gothic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3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13216"/>
            <a:ext cx="12192000" cy="68580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711201"/>
            <a:ext cx="6972300" cy="5450680"/>
          </a:xfrm>
          <a:prstGeom prst="rect">
            <a:avLst/>
          </a:prstGeom>
          <a:solidFill>
            <a:srgbClr val="0539A6">
              <a:alpha val="81000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36100" y="4697465"/>
            <a:ext cx="2463800" cy="19818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914400" y="5067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BBE4FF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2100" y="2603080"/>
            <a:ext cx="6236205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lt"/>
                <a:cs typeface="Calibri" panose="020F0502020204030204"/>
              </a:rPr>
              <a:t>Seedless &amp; Seed-based Deanonymization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>
              <a:solidFill>
                <a:srgbClr val="FFFFFF"/>
              </a:solidFill>
              <a:latin typeface="Calibri" panose="020F0502020204030204"/>
              <a:ea typeface="+mn-lt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>
                <a:solidFill>
                  <a:srgbClr val="FFFFFF"/>
                </a:solidFill>
                <a:latin typeface="Calibri" panose="020F0502020204030204"/>
                <a:ea typeface="+mn-lt"/>
                <a:cs typeface="Calibri" panose="020F0502020204030204"/>
              </a:rPr>
              <a:t>Membership Inference Attack on </a:t>
            </a:r>
            <a:r>
              <a:rPr lang="en-US" sz="2800" err="1">
                <a:solidFill>
                  <a:srgbClr val="FFFFFF"/>
                </a:solidFill>
                <a:latin typeface="Calibri" panose="020F0502020204030204"/>
                <a:ea typeface="+mn-lt"/>
                <a:cs typeface="Calibri" panose="020F0502020204030204"/>
              </a:rPr>
              <a:t>DisTilBert</a:t>
            </a:r>
            <a:r>
              <a:rPr lang="en-US" sz="2800">
                <a:solidFill>
                  <a:srgbClr val="FFFFFF"/>
                </a:solidFill>
                <a:latin typeface="Calibri" panose="020F0502020204030204"/>
                <a:ea typeface="+mn-lt"/>
                <a:cs typeface="Calibri" panose="020F0502020204030204"/>
              </a:rPr>
              <a:t> Model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lt"/>
              <a:cs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2100" y="4697465"/>
            <a:ext cx="648316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rPr>
              <a:t>S. Vignesh Kumar Pandian[1], </a:t>
            </a:r>
            <a:r>
              <a:rPr lang="en-US" sz="1600" err="1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rPr>
              <a:t>Apu</a:t>
            </a:r>
            <a:r>
              <a:rPr lang="en-US" sz="160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rPr>
              <a:t> Kumar </a:t>
            </a:r>
            <a:r>
              <a:rPr lang="en-US" sz="1600" err="1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rPr>
              <a:t>Chakroborti</a:t>
            </a:r>
            <a:r>
              <a:rPr lang="en-US" sz="160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rPr>
              <a:t>[1]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>
              <a:solidFill>
                <a:srgbClr val="FFFFFF"/>
              </a:solidFill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[1] Department of Computer Science, </a:t>
            </a:r>
            <a:r>
              <a:rPr lang="en-US" sz="1400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rPr>
              <a:t>Georgia State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848" y="1625654"/>
            <a:ext cx="5479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FFFFFF"/>
                </a:solidFill>
                <a:latin typeface="Century Gothic" charset="0"/>
                <a:ea typeface="Century Gothic" charset="0"/>
                <a:cs typeface="Century Gothic" charset="0"/>
              </a:rPr>
              <a:t>04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 December 2025 / Privacy Aware Computing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381848" y="2074573"/>
            <a:ext cx="3560001" cy="0"/>
          </a:xfrm>
          <a:prstGeom prst="line">
            <a:avLst/>
          </a:prstGeom>
          <a:ln w="28575">
            <a:solidFill>
              <a:srgbClr val="D81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01458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5862" y="1253331"/>
            <a:ext cx="10515600" cy="4351338"/>
          </a:xfrm>
        </p:spPr>
        <p:txBody>
          <a:bodyPr lIns="91440" tIns="45720" rIns="91440" bIns="45720" anchor="t"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entury Gothic"/>
              </a:rPr>
              <a:t>Individual Project - Vignesh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entury Gothic"/>
              </a:rPr>
              <a:t>Individual Project – Apu Kumar </a:t>
            </a:r>
            <a:r>
              <a:rPr lang="en-US" dirty="0" err="1">
                <a:latin typeface="Century Gothic"/>
              </a:rPr>
              <a:t>Chakroborti</a:t>
            </a:r>
            <a:endParaRPr lang="en-US" dirty="0" err="1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entury Gothic"/>
              </a:rPr>
              <a:t>Group Project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entury Gothic"/>
              </a:rPr>
              <a:t>Future Scope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US"/>
              <a:t>Outline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4BDF02-0326-7DB0-D181-843B2A1BC9EB}"/>
              </a:ext>
            </a:extLst>
          </p:cNvPr>
          <p:cNvSpPr txBox="1"/>
          <p:nvPr/>
        </p:nvSpPr>
        <p:spPr>
          <a:xfrm>
            <a:off x="11813177" y="6488668"/>
            <a:ext cx="75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1E419B"/>
                </a:solidFill>
                <a:latin typeface="Century Gothic" charset="0"/>
                <a:ea typeface="Century Gothic" charset="0"/>
                <a:cs typeface="Century Gothic" charset="0"/>
              </a:rPr>
              <a:t>1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E419B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28878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47178-0595-821C-6124-9E401484B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46E3193-DB1B-6997-DC40-EA8281E4A8F1}"/>
              </a:ext>
            </a:extLst>
          </p:cNvPr>
          <p:cNvSpPr/>
          <p:nvPr/>
        </p:nvSpPr>
        <p:spPr>
          <a:xfrm>
            <a:off x="3997569" y="1160585"/>
            <a:ext cx="8194431" cy="4736124"/>
          </a:xfrm>
          <a:prstGeom prst="rect">
            <a:avLst/>
          </a:prstGeom>
          <a:solidFill>
            <a:srgbClr val="1E41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A17C68-FCDE-DE0D-60AE-837ECFE4B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0" y="3037595"/>
            <a:ext cx="6623538" cy="98210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4000" b="1">
                <a:solidFill>
                  <a:schemeClr val="bg1"/>
                </a:solidFill>
                <a:latin typeface="Gill Sans MT"/>
              </a:rPr>
              <a:t>Individual Project </a:t>
            </a:r>
          </a:p>
          <a:p>
            <a:pPr marL="0" indent="0">
              <a:buNone/>
            </a:pPr>
            <a:r>
              <a:rPr lang="en-US" sz="4000" b="1">
                <a:solidFill>
                  <a:schemeClr val="bg1"/>
                </a:solidFill>
                <a:latin typeface="Gill Sans MT"/>
              </a:rPr>
              <a:t>Vignesh Kumar </a:t>
            </a:r>
            <a:endParaRPr lang="en-US" sz="4000" b="1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516C7EA3-9F68-51FE-3092-9957F3E9D174}"/>
              </a:ext>
            </a:extLst>
          </p:cNvPr>
          <p:cNvSpPr txBox="1">
            <a:spLocks/>
          </p:cNvSpPr>
          <p:nvPr/>
        </p:nvSpPr>
        <p:spPr>
          <a:xfrm>
            <a:off x="803030" y="3050636"/>
            <a:ext cx="3909646" cy="4780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0539A6"/>
                </a:solidFill>
                <a:effectLst/>
                <a:uLnTx/>
                <a:uFillTx/>
                <a:latin typeface="Britannic Bold" panose="020B0903060703020204" pitchFamily="34" charset="77"/>
              </a:rPr>
              <a:t>Section 1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C8169A5-97C4-242B-196C-DBC05B3362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3414217"/>
              </p:ext>
            </p:extLst>
          </p:nvPr>
        </p:nvGraphicFramePr>
        <p:xfrm>
          <a:off x="147782" y="6567055"/>
          <a:ext cx="11896435" cy="212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141959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A2D36-2663-758C-4738-7B220A557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3EAA62-FBD9-A102-0C49-3D1E0B824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62" y="1253331"/>
            <a:ext cx="10515600" cy="4351338"/>
          </a:xfrm>
        </p:spPr>
        <p:txBody>
          <a:bodyPr lIns="91440" tIns="45720" rIns="91440" bIns="45720" anchor="t"/>
          <a:lstStyle/>
          <a:p>
            <a:r>
              <a:rPr lang="en-US" sz="2400">
                <a:latin typeface="Century Gothic"/>
              </a:rPr>
              <a:t>Multi-hop neighborhood</a:t>
            </a:r>
          </a:p>
          <a:p>
            <a:pPr lvl="1"/>
            <a:r>
              <a:rPr lang="en-US" sz="2000">
                <a:latin typeface="Century Gothic"/>
              </a:rPr>
              <a:t>Distance-based Weighting for hop importance</a:t>
            </a:r>
          </a:p>
          <a:p>
            <a:r>
              <a:rPr lang="en-US" sz="2400">
                <a:latin typeface="Century Gothic"/>
              </a:rPr>
              <a:t>Threshold Scheduling</a:t>
            </a:r>
          </a:p>
          <a:p>
            <a:r>
              <a:rPr lang="en-US" sz="2400">
                <a:latin typeface="Century Gothic"/>
              </a:rPr>
              <a:t>Quantile-based Thresholding</a:t>
            </a:r>
          </a:p>
          <a:p>
            <a:r>
              <a:rPr lang="en-US" sz="2400">
                <a:latin typeface="Century Gothic"/>
              </a:rPr>
              <a:t>Sparse Matrix computation</a:t>
            </a:r>
          </a:p>
          <a:p>
            <a:r>
              <a:rPr lang="en-US" sz="2400">
                <a:latin typeface="Century Gothic"/>
              </a:rPr>
              <a:t>Repeated Training (dropped)</a:t>
            </a:r>
          </a:p>
          <a:p>
            <a:r>
              <a:rPr lang="en-US" sz="2400">
                <a:latin typeface="Century Gothic"/>
              </a:rPr>
              <a:t>GPU-based Training</a:t>
            </a:r>
          </a:p>
          <a:p>
            <a:r>
              <a:rPr lang="en-US" sz="2400">
                <a:latin typeface="Century Gothic"/>
              </a:rPr>
              <a:t>Ablation</a:t>
            </a:r>
          </a:p>
          <a:p>
            <a:pPr lvl="1"/>
            <a:r>
              <a:rPr lang="en-US" sz="2000">
                <a:latin typeface="Century Gothic"/>
              </a:rPr>
              <a:t>Network Hops</a:t>
            </a:r>
          </a:p>
          <a:p>
            <a:pPr lvl="1"/>
            <a:r>
              <a:rPr lang="en-US" sz="2000">
                <a:latin typeface="Century Gothic"/>
              </a:rPr>
              <a:t>Eccentricity threshold </a:t>
            </a:r>
          </a:p>
          <a:p>
            <a:pPr lvl="1"/>
            <a:r>
              <a:rPr lang="en-US" sz="2000">
                <a:latin typeface="Century Gothic"/>
              </a:rPr>
              <a:t>Quantile-based threshold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359B73-B805-58DB-AA44-9D1A076D7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US">
                <a:latin typeface="Century Gothic"/>
              </a:rPr>
              <a:t>Seed-based Deanonymization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46E816-6B46-E689-CC3F-94273EA70B26}"/>
              </a:ext>
            </a:extLst>
          </p:cNvPr>
          <p:cNvSpPr txBox="1"/>
          <p:nvPr/>
        </p:nvSpPr>
        <p:spPr>
          <a:xfrm>
            <a:off x="11813177" y="6197723"/>
            <a:ext cx="75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1E419B"/>
                </a:solidFill>
                <a:latin typeface="Century Gothic" charset="0"/>
                <a:ea typeface="Century Gothic" charset="0"/>
                <a:cs typeface="Century Gothic" charset="0"/>
              </a:rPr>
              <a:t>2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E419B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9172532-8E4A-3355-8D3C-F843059794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1458174"/>
              </p:ext>
            </p:extLst>
          </p:nvPr>
        </p:nvGraphicFramePr>
        <p:xfrm>
          <a:off x="147782" y="6567055"/>
          <a:ext cx="11896435" cy="212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592234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E4677-5388-AA63-15E3-E7B3BE753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5CB189-F740-E923-F08D-8E04EE98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US">
                <a:latin typeface="Century Gothic"/>
              </a:rPr>
              <a:t>Results on Validation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419A87-D47F-5BE5-E1D9-6062F0A2BCE6}"/>
              </a:ext>
            </a:extLst>
          </p:cNvPr>
          <p:cNvSpPr txBox="1"/>
          <p:nvPr/>
        </p:nvSpPr>
        <p:spPr>
          <a:xfrm>
            <a:off x="11813177" y="6488668"/>
            <a:ext cx="75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E419B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3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0C2C0E99-CADF-AB68-29B1-4D2774C89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44" y="1568546"/>
            <a:ext cx="5450442" cy="372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E327F46B-EF82-1924-470B-A5D14A69E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514" y="1568546"/>
            <a:ext cx="6088114" cy="372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4681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B0FD3-CA41-BD39-98CC-ACD8D794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EAF5B9-E49D-C210-EFEB-446715C41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US">
                <a:latin typeface="Century Gothic"/>
              </a:rPr>
              <a:t>Ablation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A8A538-9769-8D8B-F99A-4E506C2D68F5}"/>
              </a:ext>
            </a:extLst>
          </p:cNvPr>
          <p:cNvSpPr txBox="1"/>
          <p:nvPr/>
        </p:nvSpPr>
        <p:spPr>
          <a:xfrm>
            <a:off x="11813177" y="6488668"/>
            <a:ext cx="75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E419B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4</a:t>
            </a:r>
          </a:p>
        </p:txBody>
      </p:sp>
      <p:pic>
        <p:nvPicPr>
          <p:cNvPr id="5" name="Picture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96385D81-92B5-DD46-7B42-6C1C9756F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82" y="984279"/>
            <a:ext cx="4209632" cy="5088811"/>
          </a:xfrm>
          <a:prstGeom prst="rect">
            <a:avLst/>
          </a:prstGeom>
        </p:spPr>
      </p:pic>
      <p:pic>
        <p:nvPicPr>
          <p:cNvPr id="7" name="Picture 6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EE800E28-6012-99CE-1F92-316BD52EA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340" y="988456"/>
            <a:ext cx="5225142" cy="508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69939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0FD75-4D70-8024-BD77-F34B81B4D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45D195-9AEF-B5C1-FD78-E634C04C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US">
                <a:latin typeface="Century Gothic"/>
              </a:rPr>
              <a:t>Ablation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E62DAC-264D-13A5-7583-C182F701C046}"/>
              </a:ext>
            </a:extLst>
          </p:cNvPr>
          <p:cNvSpPr txBox="1"/>
          <p:nvPr/>
        </p:nvSpPr>
        <p:spPr>
          <a:xfrm>
            <a:off x="11813177" y="6488668"/>
            <a:ext cx="75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E419B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5</a:t>
            </a:r>
          </a:p>
        </p:txBody>
      </p:sp>
      <p:pic>
        <p:nvPicPr>
          <p:cNvPr id="6" name="Picture 5" descr="A graph of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D9C509DC-76B5-1949-1BF1-B99533096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5" y="1205710"/>
            <a:ext cx="8855792" cy="44458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49931C-2D26-363F-7D60-6DD4F609CE32}"/>
              </a:ext>
            </a:extLst>
          </p:cNvPr>
          <p:cNvSpPr txBox="1"/>
          <p:nvPr/>
        </p:nvSpPr>
        <p:spPr>
          <a:xfrm>
            <a:off x="9100397" y="1205710"/>
            <a:ext cx="294759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Best Model Performance</a:t>
            </a:r>
          </a:p>
          <a:p>
            <a:endParaRPr lang="en-US">
              <a:solidFill>
                <a:srgbClr val="173F6D"/>
              </a:solidFill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Correct		:2767</a:t>
            </a: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Incorrect		: 77</a:t>
            </a: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Missing 		: 2398</a:t>
            </a:r>
          </a:p>
          <a:p>
            <a:endParaRPr lang="en-US" sz="1600">
              <a:solidFill>
                <a:srgbClr val="173F6D"/>
              </a:solidFill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Precision		: 0.97292</a:t>
            </a: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Accuracy	: 0.52785</a:t>
            </a: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F1 score		: 0.69097</a:t>
            </a: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Recall		: 0.53572</a:t>
            </a:r>
          </a:p>
          <a:p>
            <a:endParaRPr lang="en-US">
              <a:solidFill>
                <a:srgbClr val="173F6D"/>
              </a:solidFill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US" b="1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Configuration</a:t>
            </a: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2-Hop</a:t>
            </a: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Threshold 6</a:t>
            </a: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0.99 threshold decay</a:t>
            </a:r>
          </a:p>
          <a:p>
            <a:endParaRPr lang="en-US">
              <a:solidFill>
                <a:srgbClr val="173F6D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7933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0E3C5-548F-0A44-9098-67827B632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AE6DB8-C3D2-B364-207C-28790369A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62" y="1253331"/>
            <a:ext cx="10515600" cy="4351338"/>
          </a:xfrm>
        </p:spPr>
        <p:txBody>
          <a:bodyPr lIns="91440" tIns="45720" rIns="91440" bIns="45720" anchor="t"/>
          <a:lstStyle/>
          <a:p>
            <a:r>
              <a:rPr lang="en-US" sz="2400">
                <a:latin typeface="Century Gothic"/>
              </a:rPr>
              <a:t>Calculate Pseudo labels using heuristics</a:t>
            </a:r>
          </a:p>
          <a:p>
            <a:pPr lvl="1"/>
            <a:r>
              <a:rPr lang="en-US" sz="2000">
                <a:latin typeface="Century Gothic"/>
              </a:rPr>
              <a:t>Degree</a:t>
            </a:r>
          </a:p>
          <a:p>
            <a:pPr lvl="1"/>
            <a:r>
              <a:rPr lang="en-US" sz="2000">
                <a:latin typeface="Century Gothic"/>
              </a:rPr>
              <a:t>Two hop </a:t>
            </a:r>
            <a:r>
              <a:rPr lang="en-US" sz="2000" err="1">
                <a:latin typeface="Century Gothic"/>
              </a:rPr>
              <a:t>neighbours</a:t>
            </a:r>
            <a:endParaRPr lang="en-US" sz="2000">
              <a:latin typeface="Century Gothic"/>
            </a:endParaRPr>
          </a:p>
          <a:p>
            <a:pPr lvl="1"/>
            <a:r>
              <a:rPr lang="en-US" sz="2000">
                <a:latin typeface="Century Gothic"/>
              </a:rPr>
              <a:t>Average </a:t>
            </a:r>
            <a:r>
              <a:rPr lang="en-US" sz="2000" err="1">
                <a:latin typeface="Century Gothic"/>
              </a:rPr>
              <a:t>neighbour</a:t>
            </a:r>
            <a:r>
              <a:rPr lang="en-US" sz="2000">
                <a:latin typeface="Century Gothic"/>
              </a:rPr>
              <a:t> degree</a:t>
            </a:r>
          </a:p>
          <a:p>
            <a:pPr lvl="1"/>
            <a:r>
              <a:rPr lang="en-US" sz="2000">
                <a:latin typeface="Century Gothic"/>
              </a:rPr>
              <a:t>Clustering coefficient</a:t>
            </a:r>
          </a:p>
          <a:p>
            <a:r>
              <a:rPr lang="en-US" sz="2400">
                <a:latin typeface="Century Gothic"/>
              </a:rPr>
              <a:t>Use Seed-based method using Pseudo labels</a:t>
            </a:r>
          </a:p>
          <a:p>
            <a:r>
              <a:rPr lang="en-US" sz="2400">
                <a:latin typeface="Century Gothic"/>
              </a:rPr>
              <a:t>Threshold Scheduling</a:t>
            </a:r>
          </a:p>
          <a:p>
            <a:r>
              <a:rPr lang="en-US" sz="2400">
                <a:latin typeface="Century Gothic"/>
              </a:rPr>
              <a:t>Sparse Matrix computation</a:t>
            </a:r>
          </a:p>
          <a:p>
            <a:r>
              <a:rPr lang="en-US" sz="2400">
                <a:latin typeface="Century Gothic"/>
              </a:rPr>
              <a:t>GPU-based Training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7E672F-7D95-A1BD-C045-FC55B8755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US">
                <a:latin typeface="Century Gothic"/>
              </a:rPr>
              <a:t>Seed-free Deanonymization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A1A6AA-622C-3B8C-674C-B0872F8FAD4F}"/>
              </a:ext>
            </a:extLst>
          </p:cNvPr>
          <p:cNvSpPr txBox="1"/>
          <p:nvPr/>
        </p:nvSpPr>
        <p:spPr>
          <a:xfrm>
            <a:off x="11813177" y="6197723"/>
            <a:ext cx="75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E419B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6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FC407DE-31E9-3EAA-916B-EA008EA13C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6482803"/>
              </p:ext>
            </p:extLst>
          </p:nvPr>
        </p:nvGraphicFramePr>
        <p:xfrm>
          <a:off x="147782" y="6567055"/>
          <a:ext cx="11896435" cy="212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2D0AA45-B0EB-0032-9D1B-724B9EA08FEB}"/>
              </a:ext>
            </a:extLst>
          </p:cNvPr>
          <p:cNvSpPr txBox="1"/>
          <p:nvPr/>
        </p:nvSpPr>
        <p:spPr>
          <a:xfrm>
            <a:off x="8738543" y="1253331"/>
            <a:ext cx="294759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Best Model Performance</a:t>
            </a:r>
          </a:p>
          <a:p>
            <a:endParaRPr lang="en-US">
              <a:solidFill>
                <a:srgbClr val="173F6D"/>
              </a:solidFill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Correct		:2376</a:t>
            </a: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Incorrect		: 233</a:t>
            </a: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Missing 		: 2662</a:t>
            </a:r>
          </a:p>
          <a:p>
            <a:endParaRPr lang="en-US" sz="1600">
              <a:solidFill>
                <a:srgbClr val="173F6D"/>
              </a:solidFill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Precision		: 0.91057 Accuracy	: 0.46792</a:t>
            </a: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F1 score		: 0.63870</a:t>
            </a: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Recall		: 0.47866</a:t>
            </a:r>
          </a:p>
          <a:p>
            <a:endParaRPr lang="en-US">
              <a:solidFill>
                <a:srgbClr val="173F6D"/>
              </a:solidFill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US" b="1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Configuration</a:t>
            </a: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2-Hop</a:t>
            </a: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Threshold 10</a:t>
            </a:r>
          </a:p>
          <a:p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0.99 threshold decay</a:t>
            </a:r>
          </a:p>
          <a:p>
            <a:r>
              <a:rPr lang="en-US" sz="1600" err="1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Min_threshold</a:t>
            </a:r>
            <a:r>
              <a:rPr lang="en-US" sz="1600">
                <a:solidFill>
                  <a:srgbClr val="173F6D"/>
                </a:solidFill>
                <a:latin typeface="Century Gothic" charset="0"/>
                <a:ea typeface="Century Gothic" charset="0"/>
                <a:cs typeface="Century Gothic" charset="0"/>
              </a:rPr>
              <a:t> 1e-2</a:t>
            </a:r>
          </a:p>
          <a:p>
            <a:endParaRPr lang="en-US">
              <a:solidFill>
                <a:srgbClr val="173F6D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5272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C2CE2-3131-6C0C-48B4-01DD6629F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976970-89FB-CB5C-27C1-04AEE816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US">
                <a:latin typeface="Century Gothic"/>
              </a:rPr>
              <a:t>Results on Validation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7D50E8-BC6E-6175-DAB0-2D7D6A481A44}"/>
              </a:ext>
            </a:extLst>
          </p:cNvPr>
          <p:cNvSpPr txBox="1"/>
          <p:nvPr/>
        </p:nvSpPr>
        <p:spPr>
          <a:xfrm>
            <a:off x="11813177" y="6488668"/>
            <a:ext cx="75764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1E419B"/>
                </a:solidFill>
                <a:latin typeface="Century Gothic" charset="0"/>
                <a:ea typeface="Century Gothic" charset="0"/>
                <a:cs typeface="Century Gothic" charset="0"/>
              </a:rPr>
              <a:t>7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srgbClr val="1E419B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pic>
        <p:nvPicPr>
          <p:cNvPr id="6154" name="Picture 10">
            <a:extLst>
              <a:ext uri="{FF2B5EF4-FFF2-40B4-BE49-F238E27FC236}">
                <a16:creationId xmlns:a16="http://schemas.microsoft.com/office/drawing/2014/main" id="{2F91DC81-C340-01D7-99EF-1B6C70F14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98" y="1544877"/>
            <a:ext cx="5470064" cy="376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>
            <a:extLst>
              <a:ext uri="{FF2B5EF4-FFF2-40B4-BE49-F238E27FC236}">
                <a16:creationId xmlns:a16="http://schemas.microsoft.com/office/drawing/2014/main" id="{F760911A-28B8-EC18-1C1E-2FE583C3B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675" y="1544877"/>
            <a:ext cx="6156613" cy="376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864155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F573A-4E58-C276-7C46-7C93C078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062A25-1B76-9B07-EAE7-32B72EDDCEDC}"/>
              </a:ext>
            </a:extLst>
          </p:cNvPr>
          <p:cNvSpPr/>
          <p:nvPr/>
        </p:nvSpPr>
        <p:spPr>
          <a:xfrm>
            <a:off x="3997569" y="1160585"/>
            <a:ext cx="8194431" cy="4736124"/>
          </a:xfrm>
          <a:prstGeom prst="rect">
            <a:avLst/>
          </a:prstGeom>
          <a:solidFill>
            <a:srgbClr val="1E41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04EE3E-CAC4-536D-645A-7804458B6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0" y="3048178"/>
            <a:ext cx="6623538" cy="1701770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4000" b="1">
                <a:solidFill>
                  <a:schemeClr val="bg1"/>
                </a:solidFill>
                <a:latin typeface="Gill Sans MT"/>
              </a:rPr>
              <a:t>Individual Project </a:t>
            </a:r>
          </a:p>
          <a:p>
            <a:pPr marL="0" indent="0">
              <a:buNone/>
            </a:pPr>
            <a:r>
              <a:rPr lang="en-US" sz="4000" b="1">
                <a:solidFill>
                  <a:schemeClr val="bg1"/>
                </a:solidFill>
                <a:latin typeface="Gill Sans MT"/>
              </a:rPr>
              <a:t>Apu Kumar Chakroborti</a:t>
            </a:r>
            <a:endParaRPr lang="en-US" sz="4000" b="1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9B60B32-70DB-F419-1833-2767DEB8ACEF}"/>
              </a:ext>
            </a:extLst>
          </p:cNvPr>
          <p:cNvSpPr txBox="1">
            <a:spLocks/>
          </p:cNvSpPr>
          <p:nvPr/>
        </p:nvSpPr>
        <p:spPr>
          <a:xfrm>
            <a:off x="803030" y="3050636"/>
            <a:ext cx="3909646" cy="47801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0539A6"/>
                </a:solidFill>
                <a:effectLst/>
                <a:uLnTx/>
                <a:uFillTx/>
                <a:latin typeface="Britannic Bold"/>
              </a:rPr>
              <a:t>Section </a:t>
            </a:r>
            <a:r>
              <a:rPr lang="en-US" sz="4400" b="1">
                <a:latin typeface="Britannic Bold"/>
              </a:rPr>
              <a:t>2</a:t>
            </a: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0539A6"/>
              </a:solidFill>
              <a:effectLst/>
              <a:uLnTx/>
              <a:uFillTx/>
              <a:latin typeface="Britannic Bold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D7C73C8-0096-3545-0D33-E83FA90286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559558"/>
              </p:ext>
            </p:extLst>
          </p:nvPr>
        </p:nvGraphicFramePr>
        <p:xfrm>
          <a:off x="147782" y="6567055"/>
          <a:ext cx="11896435" cy="212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6558514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5015C-1743-648C-9DDD-14F038AE1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DC7E19-F304-8B9E-DA78-6E1B55C9F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 fontScale="90000"/>
          </a:bodyPr>
          <a:lstStyle/>
          <a:p>
            <a:r>
              <a:rPr lang="en-US" sz="40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Introduction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EADF49-06A1-DDCB-1C64-6B9BFCD68511}"/>
              </a:ext>
            </a:extLst>
          </p:cNvPr>
          <p:cNvSpPr txBox="1"/>
          <p:nvPr/>
        </p:nvSpPr>
        <p:spPr>
          <a:xfrm>
            <a:off x="11721737" y="6488668"/>
            <a:ext cx="75764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1E419B"/>
                </a:solidFill>
                <a:latin typeface="Century Gothic" charset="0"/>
                <a:ea typeface="Century Gothic" charset="0"/>
                <a:cs typeface="Century Gothic" charset="0"/>
              </a:rPr>
              <a:t>8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srgbClr val="1E419B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9" name="Content Placeholder 24">
            <a:extLst>
              <a:ext uri="{FF2B5EF4-FFF2-40B4-BE49-F238E27FC236}">
                <a16:creationId xmlns:a16="http://schemas.microsoft.com/office/drawing/2014/main" id="{037CFA82-AFC7-CD59-8A5B-68075B561C35}"/>
              </a:ext>
            </a:extLst>
          </p:cNvPr>
          <p:cNvSpPr txBox="1">
            <a:spLocks/>
          </p:cNvSpPr>
          <p:nvPr/>
        </p:nvSpPr>
        <p:spPr>
          <a:xfrm>
            <a:off x="408122" y="1135751"/>
            <a:ext cx="11696700" cy="499903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Many real-world datasets (</a:t>
            </a:r>
            <a:r>
              <a:rPr lang="en-US" sz="2200" b="1">
                <a:solidFill>
                  <a:schemeClr val="tx1">
                    <a:lumMod val="10000"/>
                  </a:schemeClr>
                </a:solidFill>
                <a:latin typeface="Century Gothic"/>
              </a:rPr>
              <a:t>social networks</a:t>
            </a:r>
            <a:r>
              <a:rPr lang="en-US" sz="22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, </a:t>
            </a:r>
            <a:r>
              <a:rPr lang="en-US" sz="2200" b="1">
                <a:solidFill>
                  <a:schemeClr val="tx1">
                    <a:lumMod val="10000"/>
                  </a:schemeClr>
                </a:solidFill>
                <a:latin typeface="Century Gothic"/>
              </a:rPr>
              <a:t>communication graphs</a:t>
            </a:r>
            <a:r>
              <a:rPr lang="en-US" sz="22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, </a:t>
            </a:r>
            <a:r>
              <a:rPr lang="en-US" sz="2200" b="1">
                <a:solidFill>
                  <a:schemeClr val="tx1">
                    <a:lumMod val="10000"/>
                  </a:schemeClr>
                </a:solidFill>
                <a:latin typeface="Century Gothic"/>
              </a:rPr>
              <a:t>mobility networks</a:t>
            </a:r>
            <a:r>
              <a:rPr lang="en-US" sz="22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) are anonymized by replacing user identities with random labels.</a:t>
            </a:r>
          </a:p>
          <a:p>
            <a:endParaRPr lang="en-US" sz="220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200" b="1">
                <a:solidFill>
                  <a:schemeClr val="tx1">
                    <a:lumMod val="10000"/>
                  </a:schemeClr>
                </a:solidFill>
                <a:latin typeface="Century Gothic"/>
              </a:rPr>
              <a:t>Graph deanonymization</a:t>
            </a:r>
            <a:r>
              <a:rPr lang="en-US" sz="22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 aims to recover the true correspondences between two graphs </a:t>
            </a:r>
            <a:r>
              <a:rPr lang="en-US" sz="2200" b="1">
                <a:solidFill>
                  <a:schemeClr val="tx1">
                    <a:lumMod val="10000"/>
                  </a:schemeClr>
                </a:solidFill>
                <a:latin typeface="Century Gothic"/>
              </a:rPr>
              <a:t>𝐺1</a:t>
            </a:r>
            <a:r>
              <a:rPr lang="en-US" sz="22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 (original/</a:t>
            </a:r>
            <a:r>
              <a:rPr lang="en-US" sz="2200" b="1">
                <a:solidFill>
                  <a:schemeClr val="tx1">
                    <a:lumMod val="10000"/>
                  </a:schemeClr>
                </a:solidFill>
                <a:latin typeface="Century Gothic"/>
              </a:rPr>
              <a:t>anonymized</a:t>
            </a:r>
            <a:r>
              <a:rPr lang="en-US" sz="22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) and </a:t>
            </a:r>
            <a:r>
              <a:rPr lang="en-US" sz="2200" b="1">
                <a:solidFill>
                  <a:schemeClr val="tx1">
                    <a:lumMod val="10000"/>
                  </a:schemeClr>
                </a:solidFill>
                <a:latin typeface="Century Gothic"/>
              </a:rPr>
              <a:t>𝐺2</a:t>
            </a:r>
            <a:r>
              <a:rPr lang="en-US" sz="22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 (</a:t>
            </a:r>
            <a:r>
              <a:rPr lang="en-US" sz="2200" b="1">
                <a:solidFill>
                  <a:schemeClr val="tx1">
                    <a:lumMod val="10000"/>
                  </a:schemeClr>
                </a:solidFill>
                <a:latin typeface="Century Gothic"/>
              </a:rPr>
              <a:t>auxiliary graph</a:t>
            </a:r>
            <a:r>
              <a:rPr lang="en-US" sz="22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 with identity information) based on structural similarity.</a:t>
            </a:r>
          </a:p>
          <a:p>
            <a:endParaRPr lang="en-US" sz="2200">
              <a:solidFill>
                <a:schemeClr val="tx1">
                  <a:lumMod val="10000"/>
                </a:schemeClr>
              </a:solidFill>
              <a:latin typeface="Century Gothic"/>
            </a:endParaRPr>
          </a:p>
          <a:p>
            <a:r>
              <a:rPr lang="en-US" sz="22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Two problem settings:</a:t>
            </a:r>
            <a:endParaRPr lang="en-US" sz="2200">
              <a:solidFill>
                <a:schemeClr val="tx1">
                  <a:lumMod val="10000"/>
                </a:schemeClr>
              </a:solidFill>
            </a:endParaRPr>
          </a:p>
          <a:p>
            <a:pPr lvl="1">
              <a:buFont typeface="Courier New"/>
              <a:buChar char="o"/>
            </a:pPr>
            <a:r>
              <a:rPr lang="en-US" sz="2200" b="1">
                <a:solidFill>
                  <a:schemeClr val="tx1">
                    <a:lumMod val="10000"/>
                  </a:schemeClr>
                </a:solidFill>
                <a:latin typeface="Century Gothic"/>
              </a:rPr>
              <a:t>Seed-based deanonymization</a:t>
            </a:r>
            <a:r>
              <a:rPr lang="en-US" sz="22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: a subset of node pairs (𝑢𝑖, 𝑣𝑖) is already known.</a:t>
            </a:r>
          </a:p>
          <a:p>
            <a:pPr lvl="1">
              <a:buFont typeface="Courier New"/>
              <a:buChar char="o"/>
            </a:pPr>
            <a:r>
              <a:rPr lang="en-US" sz="2200" b="1">
                <a:solidFill>
                  <a:schemeClr val="tx1">
                    <a:lumMod val="10000"/>
                  </a:schemeClr>
                </a:solidFill>
                <a:latin typeface="Century Gothic"/>
              </a:rPr>
              <a:t>Unseeded deanonymization</a:t>
            </a:r>
            <a:r>
              <a:rPr lang="en-US" sz="22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: </a:t>
            </a:r>
            <a:r>
              <a:rPr lang="en-US" sz="2200" b="1">
                <a:solidFill>
                  <a:schemeClr val="tx1">
                    <a:lumMod val="10000"/>
                  </a:schemeClr>
                </a:solidFill>
                <a:latin typeface="Century Gothic"/>
              </a:rPr>
              <a:t>no initial mappings</a:t>
            </a:r>
            <a:r>
              <a:rPr lang="en-US" sz="22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; algorithm must infer initial matches automatically.</a:t>
            </a:r>
            <a:endParaRPr lang="en-US" sz="2200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2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Goal: produce a reliable full mapping 𝑓:𝑉(𝐺1)→𝑉(𝐺2) using structural, neighborhood, and iterative propagation techniques.</a:t>
            </a:r>
          </a:p>
        </p:txBody>
      </p:sp>
    </p:spTree>
    <p:extLst>
      <p:ext uri="{BB962C8B-B14F-4D97-AF65-F5344CB8AC3E}">
        <p14:creationId xmlns:p14="http://schemas.microsoft.com/office/powerpoint/2010/main" val="70487586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1B2EE-567B-69FF-A158-2C7271B0C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6B73BF-2BA8-A0B0-5CE1-B74F75C42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 fontScale="90000"/>
          </a:bodyPr>
          <a:lstStyle/>
          <a:p>
            <a:r>
              <a:rPr lang="en-US" sz="42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Seed based/free Deanonymization Method</a:t>
            </a:r>
          </a:p>
          <a:p>
            <a:endParaRPr lang="en-US" sz="4000">
              <a:solidFill>
                <a:schemeClr val="tx1">
                  <a:lumMod val="1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5287B-0226-D63A-5D1E-56647F7A0BA1}"/>
              </a:ext>
            </a:extLst>
          </p:cNvPr>
          <p:cNvSpPr txBox="1"/>
          <p:nvPr/>
        </p:nvSpPr>
        <p:spPr>
          <a:xfrm>
            <a:off x="11721737" y="6488668"/>
            <a:ext cx="75764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1E419B"/>
                </a:solidFill>
                <a:latin typeface="Century Gothic" charset="0"/>
                <a:ea typeface="Century Gothic" charset="0"/>
                <a:cs typeface="Century Gothic" charset="0"/>
              </a:rPr>
              <a:t>9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srgbClr val="1E419B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pic>
        <p:nvPicPr>
          <p:cNvPr id="4" name="Graphic 3" descr="Network outline">
            <a:extLst>
              <a:ext uri="{FF2B5EF4-FFF2-40B4-BE49-F238E27FC236}">
                <a16:creationId xmlns:a16="http://schemas.microsoft.com/office/drawing/2014/main" id="{0F677E24-214F-872E-D573-42A2347A6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359" y="2400300"/>
            <a:ext cx="914400" cy="914400"/>
          </a:xfrm>
          <a:prstGeom prst="rect">
            <a:avLst/>
          </a:prstGeom>
        </p:spPr>
      </p:pic>
      <p:pic>
        <p:nvPicPr>
          <p:cNvPr id="7" name="Graphic 6" descr="Network with solid fill">
            <a:extLst>
              <a:ext uri="{FF2B5EF4-FFF2-40B4-BE49-F238E27FC236}">
                <a16:creationId xmlns:a16="http://schemas.microsoft.com/office/drawing/2014/main" id="{A78D4A4B-0295-787C-3D69-6AF8700E6D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5558" y="3652557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379CB1-0069-4B9E-852D-5A579B50C372}"/>
              </a:ext>
            </a:extLst>
          </p:cNvPr>
          <p:cNvSpPr txBox="1"/>
          <p:nvPr/>
        </p:nvSpPr>
        <p:spPr>
          <a:xfrm>
            <a:off x="487340" y="2587894"/>
            <a:ext cx="5148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tx1">
                    <a:lumMod val="10000"/>
                  </a:schemeClr>
                </a:solidFill>
                <a:latin typeface="Century Gothic"/>
                <a:ea typeface="Century Gothic" charset="0"/>
                <a:cs typeface="Century Gothic" charset="0"/>
              </a:rPr>
              <a:t>G1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025965-8A29-E97A-295D-14530153035C}"/>
              </a:ext>
            </a:extLst>
          </p:cNvPr>
          <p:cNvSpPr txBox="1"/>
          <p:nvPr/>
        </p:nvSpPr>
        <p:spPr>
          <a:xfrm>
            <a:off x="487339" y="3932599"/>
            <a:ext cx="5148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tx1">
                    <a:lumMod val="10000"/>
                  </a:schemeClr>
                </a:solidFill>
                <a:latin typeface="Century Gothic"/>
                <a:ea typeface="Century Gothic" charset="0"/>
                <a:cs typeface="Century Gothic" charset="0"/>
              </a:rPr>
              <a:t>G2</a:t>
            </a:r>
          </a:p>
        </p:txBody>
      </p:sp>
      <p:pic>
        <p:nvPicPr>
          <p:cNvPr id="14" name="Graphic 13" descr="Network outline">
            <a:extLst>
              <a:ext uri="{FF2B5EF4-FFF2-40B4-BE49-F238E27FC236}">
                <a16:creationId xmlns:a16="http://schemas.microsoft.com/office/drawing/2014/main" id="{7CDE9BCF-67A4-F9EA-C632-BDE32550ED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0759" y="1294526"/>
            <a:ext cx="914400" cy="914400"/>
          </a:xfrm>
          <a:prstGeom prst="rect">
            <a:avLst/>
          </a:prstGeom>
        </p:spPr>
      </p:pic>
      <p:pic>
        <p:nvPicPr>
          <p:cNvPr id="16" name="Graphic 15" descr="Network with solid fill">
            <a:extLst>
              <a:ext uri="{FF2B5EF4-FFF2-40B4-BE49-F238E27FC236}">
                <a16:creationId xmlns:a16="http://schemas.microsoft.com/office/drawing/2014/main" id="{C34CD59D-A3B7-3CBE-E4AC-4B7128E936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58193" y="1291724"/>
            <a:ext cx="914400" cy="91440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82AFFC-C24A-8FA4-A8A8-6319BCB969C1}"/>
              </a:ext>
            </a:extLst>
          </p:cNvPr>
          <p:cNvCxnSpPr/>
          <p:nvPr/>
        </p:nvCxnSpPr>
        <p:spPr>
          <a:xfrm>
            <a:off x="6686581" y="1644926"/>
            <a:ext cx="716226" cy="1073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8153943-764F-8A86-1A53-8B72BBCF8A68}"/>
              </a:ext>
            </a:extLst>
          </p:cNvPr>
          <p:cNvCxnSpPr/>
          <p:nvPr/>
        </p:nvCxnSpPr>
        <p:spPr>
          <a:xfrm>
            <a:off x="6713962" y="2008472"/>
            <a:ext cx="756049" cy="1680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Network outline">
            <a:extLst>
              <a:ext uri="{FF2B5EF4-FFF2-40B4-BE49-F238E27FC236}">
                <a16:creationId xmlns:a16="http://schemas.microsoft.com/office/drawing/2014/main" id="{2FB20F77-6221-E1BA-57E5-CA81AF11F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8174" y="5063310"/>
            <a:ext cx="914400" cy="914400"/>
          </a:xfrm>
          <a:prstGeom prst="rect">
            <a:avLst/>
          </a:prstGeom>
        </p:spPr>
      </p:pic>
      <p:pic>
        <p:nvPicPr>
          <p:cNvPr id="24" name="Graphic 23" descr="Network with solid fill">
            <a:extLst>
              <a:ext uri="{FF2B5EF4-FFF2-40B4-BE49-F238E27FC236}">
                <a16:creationId xmlns:a16="http://schemas.microsoft.com/office/drawing/2014/main" id="{9F45A407-0739-54A9-1C31-005CC5348A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95608" y="5060509"/>
            <a:ext cx="914400" cy="914400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65E02BF-BA11-B9A1-D0D2-A34E6A727D2D}"/>
              </a:ext>
            </a:extLst>
          </p:cNvPr>
          <p:cNvCxnSpPr>
            <a:cxnSpLocks/>
          </p:cNvCxnSpPr>
          <p:nvPr/>
        </p:nvCxnSpPr>
        <p:spPr>
          <a:xfrm flipV="1">
            <a:off x="6897023" y="5424440"/>
            <a:ext cx="509582" cy="2801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43D9010-D6B4-5EC2-56CA-5BF6052F2FAB}"/>
              </a:ext>
            </a:extLst>
          </p:cNvPr>
          <p:cNvCxnSpPr>
            <a:cxnSpLocks/>
          </p:cNvCxnSpPr>
          <p:nvPr/>
        </p:nvCxnSpPr>
        <p:spPr>
          <a:xfrm>
            <a:off x="6760875" y="5753136"/>
            <a:ext cx="756049" cy="1680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9AA56AD-E164-F114-BED9-DE68F24231CC}"/>
              </a:ext>
            </a:extLst>
          </p:cNvPr>
          <p:cNvSpPr txBox="1"/>
          <p:nvPr/>
        </p:nvSpPr>
        <p:spPr>
          <a:xfrm>
            <a:off x="481828" y="3952259"/>
            <a:ext cx="5538511" cy="2384405"/>
          </a:xfrm>
          <a:prstGeom prst="rightArrow">
            <a:avLst/>
          </a:prstGeom>
          <a:noFill/>
          <a:ln>
            <a:solidFill>
              <a:srgbClr val="05030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tx1">
                    <a:lumMod val="10000"/>
                  </a:schemeClr>
                </a:solidFill>
                <a:latin typeface="Century Gothic"/>
                <a:ea typeface="Century Gothic" charset="0"/>
                <a:cs typeface="Century Gothic" charset="0"/>
              </a:rPr>
              <a:t>Seed free Method</a:t>
            </a:r>
            <a:r>
              <a:rPr lang="en-US" sz="2400">
                <a:solidFill>
                  <a:schemeClr val="tx1">
                    <a:lumMod val="10000"/>
                  </a:schemeClr>
                </a:solidFill>
                <a:latin typeface="Century Gothic"/>
                <a:ea typeface="Century Gothic" charset="0"/>
                <a:cs typeface="Century Gothic" charset="0"/>
              </a:rPr>
              <a:t>: structures: degree, local clustering coefficient, and page rank</a:t>
            </a:r>
          </a:p>
        </p:txBody>
      </p:sp>
      <p:pic>
        <p:nvPicPr>
          <p:cNvPr id="32" name="Graphic 31" descr="Continuous Improvement outline">
            <a:extLst>
              <a:ext uri="{FF2B5EF4-FFF2-40B4-BE49-F238E27FC236}">
                <a16:creationId xmlns:a16="http://schemas.microsoft.com/office/drawing/2014/main" id="{6962797D-A129-6993-0DFB-EC5C7A6EBE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39918" y="2687664"/>
            <a:ext cx="1766806" cy="161182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17A3B6A-4BC5-9AFE-5367-77BD44CE1919}"/>
              </a:ext>
            </a:extLst>
          </p:cNvPr>
          <p:cNvSpPr txBox="1"/>
          <p:nvPr/>
        </p:nvSpPr>
        <p:spPr>
          <a:xfrm>
            <a:off x="494742" y="968834"/>
            <a:ext cx="4828173" cy="1650742"/>
          </a:xfrm>
          <a:prstGeom prst="rightArrow">
            <a:avLst/>
          </a:prstGeom>
          <a:noFill/>
          <a:ln>
            <a:solidFill>
              <a:srgbClr val="05030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tx1">
                    <a:lumMod val="10000"/>
                  </a:schemeClr>
                </a:solidFill>
                <a:latin typeface="Century Gothic"/>
                <a:ea typeface="Century Gothic" charset="0"/>
                <a:cs typeface="Century Gothic" charset="0"/>
              </a:rPr>
              <a:t>Seed Based Method</a:t>
            </a:r>
            <a:r>
              <a:rPr lang="en-US" sz="2400">
                <a:solidFill>
                  <a:schemeClr val="tx1">
                    <a:lumMod val="10000"/>
                  </a:schemeClr>
                </a:solidFill>
                <a:latin typeface="Century Gothic"/>
                <a:ea typeface="Century Gothic" charset="0"/>
                <a:cs typeface="Century Gothic" charset="0"/>
              </a:rPr>
              <a:t>: </a:t>
            </a:r>
            <a:endParaRPr lang="en-US">
              <a:solidFill>
                <a:schemeClr val="tx1">
                  <a:lumMod val="10000"/>
                </a:schemeClr>
              </a:solidFill>
            </a:endParaRPr>
          </a:p>
          <a:p>
            <a:r>
              <a:rPr lang="en-US" sz="2400">
                <a:solidFill>
                  <a:schemeClr val="tx1">
                    <a:lumMod val="10000"/>
                  </a:schemeClr>
                </a:solidFill>
                <a:latin typeface="Century Gothic"/>
                <a:ea typeface="Century Gothic" charset="0"/>
                <a:cs typeface="Century Gothic" charset="0"/>
              </a:rPr>
              <a:t>Initial mapping </a:t>
            </a:r>
            <a:endParaRPr lang="en-US">
              <a:solidFill>
                <a:schemeClr val="tx1">
                  <a:lumMod val="10000"/>
                </a:schemeClr>
              </a:solidFill>
            </a:endParaRPr>
          </a:p>
        </p:txBody>
      </p:sp>
      <p:pic>
        <p:nvPicPr>
          <p:cNvPr id="36" name="Graphic 35" descr="Arrow Down with solid fill">
            <a:extLst>
              <a:ext uri="{FF2B5EF4-FFF2-40B4-BE49-F238E27FC236}">
                <a16:creationId xmlns:a16="http://schemas.microsoft.com/office/drawing/2014/main" id="{030E23CE-67A1-048D-1C3E-6FBCC0BD49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66122" y="2171054"/>
            <a:ext cx="914400" cy="914400"/>
          </a:xfrm>
          <a:prstGeom prst="rect">
            <a:avLst/>
          </a:prstGeom>
        </p:spPr>
      </p:pic>
      <p:pic>
        <p:nvPicPr>
          <p:cNvPr id="38" name="Graphic 37" descr="Arrow Up with solid fill">
            <a:extLst>
              <a:ext uri="{FF2B5EF4-FFF2-40B4-BE49-F238E27FC236}">
                <a16:creationId xmlns:a16="http://schemas.microsoft.com/office/drawing/2014/main" id="{EDEDD05A-B45E-9D0E-BCB4-0F8A399C533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05675" y="3850844"/>
            <a:ext cx="914400" cy="914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62CF046-5FEF-48F4-A72C-191924ADF96B}"/>
              </a:ext>
            </a:extLst>
          </p:cNvPr>
          <p:cNvSpPr txBox="1"/>
          <p:nvPr/>
        </p:nvSpPr>
        <p:spPr>
          <a:xfrm>
            <a:off x="3671568" y="3214255"/>
            <a:ext cx="373274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tx1">
                    <a:lumMod val="10000"/>
                  </a:schemeClr>
                </a:solidFill>
                <a:latin typeface="Century Gothic"/>
                <a:ea typeface="Century Gothic" charset="0"/>
                <a:cs typeface="Century Gothic" charset="0"/>
              </a:rPr>
              <a:t>Propagation Method</a:t>
            </a:r>
          </a:p>
        </p:txBody>
      </p:sp>
      <p:pic>
        <p:nvPicPr>
          <p:cNvPr id="42" name="Graphic 41" descr="Network outline">
            <a:extLst>
              <a:ext uri="{FF2B5EF4-FFF2-40B4-BE49-F238E27FC236}">
                <a16:creationId xmlns:a16="http://schemas.microsoft.com/office/drawing/2014/main" id="{BC75FD23-AB1E-56FB-1D38-9AF1BBAE2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9979" y="2870186"/>
            <a:ext cx="914400" cy="914400"/>
          </a:xfrm>
          <a:prstGeom prst="rect">
            <a:avLst/>
          </a:prstGeom>
        </p:spPr>
      </p:pic>
      <p:pic>
        <p:nvPicPr>
          <p:cNvPr id="44" name="Graphic 43" descr="Network with solid fill">
            <a:extLst>
              <a:ext uri="{FF2B5EF4-FFF2-40B4-BE49-F238E27FC236}">
                <a16:creationId xmlns:a16="http://schemas.microsoft.com/office/drawing/2014/main" id="{DEA4F29B-CF05-0B54-43C7-135642A5F9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77413" y="2867384"/>
            <a:ext cx="914400" cy="914400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10B9E0B-E797-34A1-23A4-4D12EA80A37F}"/>
              </a:ext>
            </a:extLst>
          </p:cNvPr>
          <p:cNvCxnSpPr>
            <a:cxnSpLocks/>
          </p:cNvCxnSpPr>
          <p:nvPr/>
        </p:nvCxnSpPr>
        <p:spPr>
          <a:xfrm flipV="1">
            <a:off x="10166264" y="3229946"/>
            <a:ext cx="601944" cy="3956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984CB11-B3CA-F85E-2169-68FDB55E3448}"/>
              </a:ext>
            </a:extLst>
          </p:cNvPr>
          <p:cNvCxnSpPr>
            <a:cxnSpLocks/>
          </p:cNvCxnSpPr>
          <p:nvPr/>
        </p:nvCxnSpPr>
        <p:spPr>
          <a:xfrm>
            <a:off x="10033182" y="3584132"/>
            <a:ext cx="756049" cy="1680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23A93DB-0E0A-3B9D-0323-FF5DCA7AA814}"/>
              </a:ext>
            </a:extLst>
          </p:cNvPr>
          <p:cNvCxnSpPr>
            <a:cxnSpLocks/>
          </p:cNvCxnSpPr>
          <p:nvPr/>
        </p:nvCxnSpPr>
        <p:spPr>
          <a:xfrm>
            <a:off x="9850817" y="3026856"/>
            <a:ext cx="1142429" cy="1073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2FE0A0F-252B-256A-B964-1971EA346A1D}"/>
              </a:ext>
            </a:extLst>
          </p:cNvPr>
          <p:cNvCxnSpPr>
            <a:cxnSpLocks/>
          </p:cNvCxnSpPr>
          <p:nvPr/>
        </p:nvCxnSpPr>
        <p:spPr>
          <a:xfrm flipV="1">
            <a:off x="9532047" y="3265365"/>
            <a:ext cx="1693674" cy="325652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Graphic 53" descr="Arrow Right with solid fill">
            <a:extLst>
              <a:ext uri="{FF2B5EF4-FFF2-40B4-BE49-F238E27FC236}">
                <a16:creationId xmlns:a16="http://schemas.microsoft.com/office/drawing/2014/main" id="{85836838-4A59-F05A-DA3F-11ECFEC2293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96393" y="2971800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81C3EF-1BC3-ACB3-7F67-224D538F7EBA}"/>
              </a:ext>
            </a:extLst>
          </p:cNvPr>
          <p:cNvSpPr txBox="1"/>
          <p:nvPr/>
        </p:nvSpPr>
        <p:spPr>
          <a:xfrm>
            <a:off x="9051749" y="3779982"/>
            <a:ext cx="268211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tx1">
                    <a:lumMod val="10000"/>
                  </a:schemeClr>
                </a:solidFill>
                <a:latin typeface="Century Gothic"/>
                <a:ea typeface="Century Gothic" charset="0"/>
                <a:cs typeface="Century Gothic" charset="0"/>
              </a:rPr>
              <a:t>Final Complete </a:t>
            </a:r>
          </a:p>
          <a:p>
            <a:r>
              <a:rPr lang="en-US" sz="2400" b="1" dirty="0">
                <a:solidFill>
                  <a:schemeClr val="tx1">
                    <a:lumMod val="10000"/>
                  </a:schemeClr>
                </a:solidFill>
                <a:latin typeface="Century Gothic"/>
                <a:ea typeface="Century Gothic" charset="0"/>
                <a:cs typeface="Century Gothic" charset="0"/>
              </a:rPr>
              <a:t>Mapping from G1 to G2</a:t>
            </a:r>
          </a:p>
        </p:txBody>
      </p:sp>
    </p:spTree>
    <p:extLst>
      <p:ext uri="{BB962C8B-B14F-4D97-AF65-F5344CB8AC3E}">
        <p14:creationId xmlns:p14="http://schemas.microsoft.com/office/powerpoint/2010/main" val="202830051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11D37-D745-D02B-1744-AE544F62F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68D939-2D08-5BFE-16FA-B224D5131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 fontScale="90000"/>
          </a:bodyPr>
          <a:lstStyle/>
          <a:p>
            <a:r>
              <a:rPr lang="en-US" sz="42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Propagation Method(1)</a:t>
            </a:r>
            <a:endParaRPr lang="en-US">
              <a:solidFill>
                <a:schemeClr val="tx1">
                  <a:lumMod val="10000"/>
                </a:schemeClr>
              </a:solidFill>
            </a:endParaRPr>
          </a:p>
          <a:p>
            <a:endParaRPr lang="en-US" sz="4000">
              <a:solidFill>
                <a:schemeClr val="tx1">
                  <a:lumMod val="1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DD975A-F8B8-EA4D-2C73-3170FF56D3AD}"/>
              </a:ext>
            </a:extLst>
          </p:cNvPr>
          <p:cNvSpPr txBox="1"/>
          <p:nvPr/>
        </p:nvSpPr>
        <p:spPr>
          <a:xfrm>
            <a:off x="11721737" y="6488668"/>
            <a:ext cx="75764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1E419B"/>
                </a:solidFill>
                <a:latin typeface="Century Gothic"/>
                <a:ea typeface="Century Gothic" charset="0"/>
                <a:cs typeface="Century Gothic" charset="0"/>
              </a:rPr>
              <a:t>10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srgbClr val="1E419B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pic>
        <p:nvPicPr>
          <p:cNvPr id="5" name="Picture 4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81668A8B-595D-CBEC-CDC9-B7FB2B13E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59" y="1016811"/>
            <a:ext cx="11553265" cy="54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8639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98980-50FE-BE5A-A03D-EBF7BFA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B02FAD-F313-37A0-4E0F-A6E069CA8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 fontScale="90000"/>
          </a:bodyPr>
          <a:lstStyle/>
          <a:p>
            <a:r>
              <a:rPr lang="en-US" sz="42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Propagation Method(2)</a:t>
            </a:r>
            <a:endParaRPr lang="en-US">
              <a:solidFill>
                <a:schemeClr val="tx1">
                  <a:lumMod val="10000"/>
                </a:schemeClr>
              </a:solidFill>
            </a:endParaRPr>
          </a:p>
          <a:p>
            <a:endParaRPr lang="en-US" sz="4000">
              <a:solidFill>
                <a:schemeClr val="tx1">
                  <a:lumMod val="1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85044-FD39-EF16-87B7-4AB4D9233B1F}"/>
              </a:ext>
            </a:extLst>
          </p:cNvPr>
          <p:cNvSpPr txBox="1"/>
          <p:nvPr/>
        </p:nvSpPr>
        <p:spPr>
          <a:xfrm>
            <a:off x="11695906" y="6411177"/>
            <a:ext cx="75764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1E419B"/>
                </a:solidFill>
                <a:latin typeface="Century Gothic"/>
                <a:ea typeface="Century Gothic" charset="0"/>
                <a:cs typeface="Century Gothic" charset="0"/>
              </a:rPr>
              <a:t>11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srgbClr val="1E419B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A053153-9CA5-D780-6F04-9175F0A73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16" y="1234503"/>
            <a:ext cx="10942058" cy="439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7061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2BCCA-2DA1-EFC0-9521-5E0104AE4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98EF1E-594B-1CF0-E7FA-3CC7B43EB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 fontScale="90000"/>
          </a:bodyPr>
          <a:lstStyle/>
          <a:p>
            <a:r>
              <a:rPr lang="en-US" sz="4200">
                <a:solidFill>
                  <a:schemeClr val="tx1">
                    <a:lumMod val="10000"/>
                  </a:schemeClr>
                </a:solidFill>
                <a:latin typeface="Century Gothic"/>
              </a:rPr>
              <a:t>Propagation Method(3)</a:t>
            </a:r>
            <a:endParaRPr lang="en-US">
              <a:solidFill>
                <a:schemeClr val="tx1">
                  <a:lumMod val="10000"/>
                </a:schemeClr>
              </a:solidFill>
            </a:endParaRPr>
          </a:p>
          <a:p>
            <a:endParaRPr lang="en-US" sz="4000">
              <a:solidFill>
                <a:schemeClr val="tx1">
                  <a:lumMod val="1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AEE244-56D8-9565-B2CC-87B982B021DD}"/>
              </a:ext>
            </a:extLst>
          </p:cNvPr>
          <p:cNvSpPr txBox="1"/>
          <p:nvPr/>
        </p:nvSpPr>
        <p:spPr>
          <a:xfrm>
            <a:off x="11657161" y="6437007"/>
            <a:ext cx="75764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1E419B"/>
                </a:solidFill>
                <a:latin typeface="Century Gothic"/>
                <a:ea typeface="Century Gothic" charset="0"/>
                <a:cs typeface="Century Gothic" charset="0"/>
              </a:rPr>
              <a:t>12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srgbClr val="1E419B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373C84D-8CA7-9E3C-321E-943280F82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45" y="1157537"/>
            <a:ext cx="11415729" cy="268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68633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B649D-93D5-E102-4FDF-685999BFE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26EBFD-2E28-B623-9344-1BE711F41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84" y="161393"/>
            <a:ext cx="10855778" cy="824974"/>
          </a:xfrm>
        </p:spPr>
        <p:txBody>
          <a:bodyPr lIns="91440" tIns="45720" rIns="91440" bIns="45720" anchor="t">
            <a:normAutofit fontScale="90000"/>
          </a:bodyPr>
          <a:lstStyle/>
          <a:p>
            <a:r>
              <a:rPr lang="en-US" sz="4200" dirty="0">
                <a:solidFill>
                  <a:schemeClr val="tx1">
                    <a:lumMod val="10000"/>
                  </a:schemeClr>
                </a:solidFill>
                <a:latin typeface="Century Gothic"/>
              </a:rPr>
              <a:t>Ablation Results on Validation Datasets(1)</a:t>
            </a:r>
            <a:endParaRPr lang="en-US" sz="4200" dirty="0">
              <a:solidFill>
                <a:schemeClr val="tx1">
                  <a:lumMod val="10000"/>
                </a:schemeClr>
              </a:solidFill>
            </a:endParaRPr>
          </a:p>
          <a:p>
            <a:endParaRPr lang="en-US" sz="4000">
              <a:solidFill>
                <a:schemeClr val="tx1">
                  <a:lumMod val="1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7DF9BF-9351-F4EB-94F8-3CDF670DCB1F}"/>
              </a:ext>
            </a:extLst>
          </p:cNvPr>
          <p:cNvSpPr txBox="1"/>
          <p:nvPr/>
        </p:nvSpPr>
        <p:spPr>
          <a:xfrm>
            <a:off x="11657161" y="6437007"/>
            <a:ext cx="75764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1E419B"/>
                </a:solidFill>
                <a:latin typeface="Century Gothic"/>
                <a:ea typeface="Century Gothic" charset="0"/>
                <a:cs typeface="Century Gothic" charset="0"/>
              </a:rPr>
              <a:t>13</a:t>
            </a:r>
            <a:endParaRPr lang="en-US" sz="1800" b="0" i="0" u="none" strike="noStrike" kern="1200" cap="none" spc="0" normalizeH="0" baseline="0" noProof="0" dirty="0">
              <a:ln>
                <a:noFill/>
              </a:ln>
              <a:solidFill>
                <a:srgbClr val="1E419B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E5A2CF-D0E9-B9A4-8A39-2F0C1D670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19" y="1396417"/>
            <a:ext cx="11479162" cy="504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9399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9CA2F-5FF6-F5C0-28CA-8B3567FDE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DD1F0C-14EF-D9C3-4501-348CA67D6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84" y="161393"/>
            <a:ext cx="10855778" cy="824974"/>
          </a:xfrm>
        </p:spPr>
        <p:txBody>
          <a:bodyPr lIns="91440" tIns="45720" rIns="91440" bIns="45720" anchor="t">
            <a:normAutofit fontScale="90000"/>
          </a:bodyPr>
          <a:lstStyle/>
          <a:p>
            <a:r>
              <a:rPr lang="en-US" sz="4200" dirty="0">
                <a:solidFill>
                  <a:schemeClr val="tx1">
                    <a:lumMod val="10000"/>
                  </a:schemeClr>
                </a:solidFill>
                <a:latin typeface="Century Gothic"/>
              </a:rPr>
              <a:t>Ablation Results on Validation Datasets(2)</a:t>
            </a:r>
            <a:endParaRPr lang="en-US" sz="4200" dirty="0">
              <a:solidFill>
                <a:schemeClr val="tx1">
                  <a:lumMod val="10000"/>
                </a:schemeClr>
              </a:solidFill>
            </a:endParaRPr>
          </a:p>
          <a:p>
            <a:endParaRPr lang="en-US" sz="4000">
              <a:solidFill>
                <a:schemeClr val="tx1">
                  <a:lumMod val="1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55ABC0-9716-B05E-EF88-383B8DE00D6C}"/>
              </a:ext>
            </a:extLst>
          </p:cNvPr>
          <p:cNvSpPr txBox="1"/>
          <p:nvPr/>
        </p:nvSpPr>
        <p:spPr>
          <a:xfrm>
            <a:off x="11657161" y="6437007"/>
            <a:ext cx="75764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1E419B"/>
                </a:solidFill>
                <a:latin typeface="Century Gothic"/>
                <a:ea typeface="Century Gothic" charset="0"/>
                <a:cs typeface="Century Gothic" charset="0"/>
              </a:rPr>
              <a:t>14</a:t>
            </a:r>
            <a:endParaRPr lang="en-US" sz="1800" b="0" i="0" u="none" strike="noStrike" kern="1200" cap="none" spc="0" normalizeH="0" baseline="0" noProof="0" dirty="0">
              <a:ln>
                <a:noFill/>
              </a:ln>
              <a:solidFill>
                <a:srgbClr val="1E419B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pic>
        <p:nvPicPr>
          <p:cNvPr id="4" name="Picture 3" descr="A graph with numbers and a purple line&#10;&#10;AI-generated content may be incorrect.">
            <a:extLst>
              <a:ext uri="{FF2B5EF4-FFF2-40B4-BE49-F238E27FC236}">
                <a16:creationId xmlns:a16="http://schemas.microsoft.com/office/drawing/2014/main" id="{6626B456-666D-F3F2-AC01-1D862825F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890" y="1035330"/>
            <a:ext cx="9080047" cy="540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79647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9EA78-6CF4-EE84-8C2E-F9717EE46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A507D1-EA65-3FFF-6D76-E4852341CC03}"/>
              </a:ext>
            </a:extLst>
          </p:cNvPr>
          <p:cNvSpPr/>
          <p:nvPr/>
        </p:nvSpPr>
        <p:spPr>
          <a:xfrm>
            <a:off x="3997569" y="1160585"/>
            <a:ext cx="8194431" cy="4736124"/>
          </a:xfrm>
          <a:prstGeom prst="rect">
            <a:avLst/>
          </a:prstGeom>
          <a:solidFill>
            <a:srgbClr val="1E41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6AA542-42E0-B359-4897-D8893DF17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2159" y="2446897"/>
            <a:ext cx="6623538" cy="982103"/>
          </a:xfrm>
        </p:spPr>
        <p:txBody>
          <a:bodyPr/>
          <a:lstStyle/>
          <a:p>
            <a:pPr marL="0" indent="0">
              <a:buNone/>
            </a:pPr>
            <a:r>
              <a:rPr lang="en-US" sz="4000" b="1">
                <a:solidFill>
                  <a:schemeClr val="bg1"/>
                </a:solidFill>
                <a:latin typeface="Gill Sans MT" panose="020B0502020104020203" pitchFamily="34" charset="77"/>
              </a:rPr>
              <a:t>Group Project</a:t>
            </a:r>
          </a:p>
          <a:p>
            <a:pPr marL="0" indent="0">
              <a:buNone/>
            </a:pPr>
            <a:r>
              <a:rPr lang="en-US" sz="4000" b="1">
                <a:solidFill>
                  <a:schemeClr val="bg1"/>
                </a:solidFill>
                <a:latin typeface="Gill Sans MT" panose="020B0502020104020203" pitchFamily="34" charset="77"/>
              </a:rPr>
              <a:t>Membership Inference Attack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B1092ECA-D741-0681-EBA7-562F208FE04E}"/>
              </a:ext>
            </a:extLst>
          </p:cNvPr>
          <p:cNvSpPr txBox="1">
            <a:spLocks/>
          </p:cNvSpPr>
          <p:nvPr/>
        </p:nvSpPr>
        <p:spPr>
          <a:xfrm>
            <a:off x="740400" y="3189995"/>
            <a:ext cx="3909646" cy="4780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0539A6"/>
                </a:solidFill>
                <a:effectLst/>
                <a:uLnTx/>
                <a:uFillTx/>
                <a:latin typeface="Britannic Bold" panose="020B0903060703020204" pitchFamily="34" charset="77"/>
              </a:rPr>
              <a:t>Section 3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1A471BD-C6CA-AA9C-739E-3583ECCD88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9797286"/>
              </p:ext>
            </p:extLst>
          </p:nvPr>
        </p:nvGraphicFramePr>
        <p:xfrm>
          <a:off x="147782" y="6567055"/>
          <a:ext cx="11896435" cy="212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9698987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33F5A-E5F7-5131-5B2A-2FC720925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51EAE2-42F7-0154-6141-53F6DC2F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Membership Inference Attack?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F3F8B1-86FD-53A8-BAB7-DDF9251C051C}"/>
              </a:ext>
            </a:extLst>
          </p:cNvPr>
          <p:cNvSpPr txBox="1"/>
          <p:nvPr/>
        </p:nvSpPr>
        <p:spPr>
          <a:xfrm>
            <a:off x="11721737" y="6488668"/>
            <a:ext cx="75764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1E419B"/>
                </a:solidFill>
                <a:latin typeface="Century Gothic"/>
                <a:ea typeface="Century Gothic" charset="0"/>
                <a:cs typeface="Century Gothic" charset="0"/>
              </a:rPr>
              <a:t>15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E419B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227" name="Content Placeholder 1">
            <a:extLst>
              <a:ext uri="{FF2B5EF4-FFF2-40B4-BE49-F238E27FC236}">
                <a16:creationId xmlns:a16="http://schemas.microsoft.com/office/drawing/2014/main" id="{D7400093-34D9-F3BF-2D0B-15BB426F3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62" y="1370039"/>
            <a:ext cx="6680029" cy="4351338"/>
          </a:xfrm>
        </p:spPr>
        <p:txBody>
          <a:bodyPr/>
          <a:lstStyle/>
          <a:p>
            <a:r>
              <a:rPr lang="en-US" sz="2000"/>
              <a:t>A privacy attack where the adversary predicts whether a sample was part of a model’s training set</a:t>
            </a:r>
          </a:p>
          <a:p>
            <a:endParaRPr lang="en-US" sz="2000"/>
          </a:p>
          <a:p>
            <a:r>
              <a:rPr lang="en-US" sz="2000"/>
              <a:t>Exploits the fact that models often behave differently on training vs non-training samples (overfitting, confidence differences, loss shape)</a:t>
            </a:r>
          </a:p>
          <a:p>
            <a:endParaRPr lang="en-US" sz="2000"/>
          </a:p>
          <a:p>
            <a:r>
              <a:rPr lang="en-US" sz="2000"/>
              <a:t>Critical for privacy-sensitive domains: medical data, financial data, recommendation systems, NLP datasets</a:t>
            </a:r>
          </a:p>
          <a:p>
            <a:endParaRPr lang="en-US" sz="2000"/>
          </a:p>
        </p:txBody>
      </p:sp>
      <p:pic>
        <p:nvPicPr>
          <p:cNvPr id="1026" name="Picture 2" descr="Membership inference attack on differentially private block coordinate  descent [PeerJ]">
            <a:extLst>
              <a:ext uri="{FF2B5EF4-FFF2-40B4-BE49-F238E27FC236}">
                <a16:creationId xmlns:a16="http://schemas.microsoft.com/office/drawing/2014/main" id="{4DC3521B-45DB-1A07-5128-FEA2D4B86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055" y="1051022"/>
            <a:ext cx="4745020" cy="2578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114536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8654-CF52-A582-09F1-C2E4CD965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10AD9E-5130-9773-2BF9-60B5C2A78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Setting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5A00E3-0388-305C-3A24-7172781E9D5F}"/>
              </a:ext>
            </a:extLst>
          </p:cNvPr>
          <p:cNvSpPr txBox="1"/>
          <p:nvPr/>
        </p:nvSpPr>
        <p:spPr>
          <a:xfrm>
            <a:off x="11721737" y="6488668"/>
            <a:ext cx="75764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1E419B"/>
                </a:solidFill>
                <a:latin typeface="Century Gothic"/>
                <a:ea typeface="Century Gothic" charset="0"/>
                <a:cs typeface="Century Gothic" charset="0"/>
              </a:rPr>
              <a:t>16</a:t>
            </a:r>
            <a:endParaRPr lang="en-US" sz="1800" b="0" i="0" u="none" strike="noStrike" kern="1200" cap="none" spc="0" normalizeH="0" baseline="0" noProof="0" dirty="0">
              <a:ln>
                <a:noFill/>
              </a:ln>
              <a:solidFill>
                <a:srgbClr val="1E419B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227" name="Content Placeholder 1">
            <a:extLst>
              <a:ext uri="{FF2B5EF4-FFF2-40B4-BE49-F238E27FC236}">
                <a16:creationId xmlns:a16="http://schemas.microsoft.com/office/drawing/2014/main" id="{D5C6C963-00CB-D590-94BC-79A5B0671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62" y="1370039"/>
            <a:ext cx="6680029" cy="4351338"/>
          </a:xfrm>
        </p:spPr>
        <p:txBody>
          <a:bodyPr/>
          <a:lstStyle/>
          <a:p>
            <a:r>
              <a:rPr lang="en-US" sz="2000"/>
              <a:t>Model</a:t>
            </a:r>
          </a:p>
          <a:p>
            <a:pPr lvl="1"/>
            <a:r>
              <a:rPr lang="en-US" sz="1600"/>
              <a:t>Transformer model </a:t>
            </a:r>
            <a:r>
              <a:rPr lang="en-US" sz="1600" err="1"/>
              <a:t>DistilBERT</a:t>
            </a:r>
            <a:endParaRPr lang="en-US" sz="1600"/>
          </a:p>
          <a:p>
            <a:r>
              <a:rPr lang="en-US" sz="2000"/>
              <a:t>Dataset</a:t>
            </a:r>
          </a:p>
          <a:p>
            <a:pPr lvl="1"/>
            <a:r>
              <a:rPr lang="en-US" sz="1600"/>
              <a:t>AG news dataset</a:t>
            </a:r>
          </a:p>
          <a:p>
            <a:pPr lvl="1"/>
            <a:r>
              <a:rPr lang="en-US" sz="1600"/>
              <a:t>1 million news articles</a:t>
            </a:r>
          </a:p>
          <a:p>
            <a:pPr lvl="1"/>
            <a:r>
              <a:rPr lang="en-US" sz="1600"/>
              <a:t>4 classes</a:t>
            </a:r>
          </a:p>
          <a:p>
            <a:pPr lvl="1"/>
            <a:r>
              <a:rPr lang="en-US" sz="1600"/>
              <a:t>30K training for each class</a:t>
            </a:r>
          </a:p>
          <a:p>
            <a:pPr lvl="1"/>
            <a:r>
              <a:rPr lang="en-US" sz="1600"/>
              <a:t>1900 testing for each class</a:t>
            </a:r>
          </a:p>
          <a:p>
            <a:endParaRPr lang="en-US" sz="2000"/>
          </a:p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E910BD-06F3-2D9F-D08D-6C8BBB6EDBE2}"/>
              </a:ext>
            </a:extLst>
          </p:cNvPr>
          <p:cNvSpPr/>
          <p:nvPr/>
        </p:nvSpPr>
        <p:spPr>
          <a:xfrm>
            <a:off x="7416800" y="1370039"/>
            <a:ext cx="3048000" cy="661961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Membership Inference Attack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216BFA-05D2-9155-5C35-9A0B68D6E0E4}"/>
              </a:ext>
            </a:extLst>
          </p:cNvPr>
          <p:cNvSpPr/>
          <p:nvPr/>
        </p:nvSpPr>
        <p:spPr>
          <a:xfrm>
            <a:off x="6340763" y="2415672"/>
            <a:ext cx="2152073" cy="6096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Black-Box MIA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2BA305-B681-5F94-29C3-C9427CC03C44}"/>
              </a:ext>
            </a:extLst>
          </p:cNvPr>
          <p:cNvSpPr/>
          <p:nvPr/>
        </p:nvSpPr>
        <p:spPr>
          <a:xfrm>
            <a:off x="9388763" y="2415672"/>
            <a:ext cx="2152073" cy="609600"/>
          </a:xfrm>
          <a:prstGeom prst="rect">
            <a:avLst/>
          </a:prstGeom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ysClr val="windowText" lastClr="000000"/>
                </a:solidFill>
              </a:rPr>
              <a:t>White-Box MIA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EE8F55-2363-AF8D-C938-B48A618677E7}"/>
              </a:ext>
            </a:extLst>
          </p:cNvPr>
          <p:cNvSpPr/>
          <p:nvPr/>
        </p:nvSpPr>
        <p:spPr>
          <a:xfrm>
            <a:off x="6340763" y="3408944"/>
            <a:ext cx="1657928" cy="331783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ysClr val="windowText" lastClr="000000"/>
                </a:solidFill>
              </a:rPr>
              <a:t>Loss-based</a:t>
            </a:r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8F3A0A-D9B1-52A6-515F-E63D2247D748}"/>
              </a:ext>
            </a:extLst>
          </p:cNvPr>
          <p:cNvSpPr/>
          <p:nvPr/>
        </p:nvSpPr>
        <p:spPr>
          <a:xfrm>
            <a:off x="6356927" y="3849705"/>
            <a:ext cx="1657928" cy="331783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ysClr val="windowText" lastClr="000000"/>
                </a:solidFill>
              </a:rPr>
              <a:t>Conf-based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982C08-E2F5-D0C6-9200-5F472DB2C534}"/>
              </a:ext>
            </a:extLst>
          </p:cNvPr>
          <p:cNvSpPr/>
          <p:nvPr/>
        </p:nvSpPr>
        <p:spPr>
          <a:xfrm>
            <a:off x="6340763" y="4288685"/>
            <a:ext cx="1657928" cy="331783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ysClr val="windowText" lastClr="000000"/>
                </a:solidFill>
              </a:rPr>
              <a:t>Entropy-based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380F34-69FD-B54C-D44D-19E742EF5C4A}"/>
              </a:ext>
            </a:extLst>
          </p:cNvPr>
          <p:cNvSpPr/>
          <p:nvPr/>
        </p:nvSpPr>
        <p:spPr>
          <a:xfrm>
            <a:off x="6340763" y="4729951"/>
            <a:ext cx="1657928" cy="331783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ysClr val="windowText" lastClr="000000"/>
                </a:solidFill>
              </a:rPr>
              <a:t>Label-only</a:t>
            </a:r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F612C8-9717-6EF2-AC44-9C74AD14467C}"/>
              </a:ext>
            </a:extLst>
          </p:cNvPr>
          <p:cNvSpPr/>
          <p:nvPr/>
        </p:nvSpPr>
        <p:spPr>
          <a:xfrm>
            <a:off x="6340763" y="5168426"/>
            <a:ext cx="1657928" cy="33178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Shadow model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8C6E4E-D575-A7D7-5FA0-5AE55DC9EA26}"/>
              </a:ext>
            </a:extLst>
          </p:cNvPr>
          <p:cNvSpPr/>
          <p:nvPr/>
        </p:nvSpPr>
        <p:spPr>
          <a:xfrm>
            <a:off x="9882908" y="3379816"/>
            <a:ext cx="1838828" cy="331783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ysClr val="windowText" lastClr="000000"/>
                </a:solidFill>
              </a:rPr>
              <a:t>Gradient-based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CA93B1-D8CF-E1DB-EBF6-1916F0B456A9}"/>
              </a:ext>
            </a:extLst>
          </p:cNvPr>
          <p:cNvSpPr/>
          <p:nvPr/>
        </p:nvSpPr>
        <p:spPr>
          <a:xfrm>
            <a:off x="9882907" y="3849704"/>
            <a:ext cx="1838829" cy="331783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ysClr val="windowText" lastClr="000000"/>
                </a:solidFill>
              </a:rPr>
              <a:t>Activation-based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D4A2F3-3A8E-C790-53E7-7797E56E848F}"/>
              </a:ext>
            </a:extLst>
          </p:cNvPr>
          <p:cNvSpPr/>
          <p:nvPr/>
        </p:nvSpPr>
        <p:spPr>
          <a:xfrm>
            <a:off x="9882907" y="4339181"/>
            <a:ext cx="1838829" cy="556662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ysClr val="windowText" lastClr="000000"/>
                </a:solidFill>
              </a:rPr>
              <a:t>Training trajectory</a:t>
            </a:r>
          </a:p>
          <a:p>
            <a:pPr algn="ctr"/>
            <a:r>
              <a:rPr lang="en-US" sz="1600">
                <a:solidFill>
                  <a:sysClr val="windowText" lastClr="000000"/>
                </a:solidFill>
              </a:rPr>
              <a:t>based</a:t>
            </a: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14D16981-B800-743E-C14C-712387F705D1}"/>
              </a:ext>
            </a:extLst>
          </p:cNvPr>
          <p:cNvCxnSpPr>
            <a:cxnSpLocks/>
          </p:cNvCxnSpPr>
          <p:nvPr/>
        </p:nvCxnSpPr>
        <p:spPr>
          <a:xfrm rot="5400000">
            <a:off x="7880400" y="3145344"/>
            <a:ext cx="549564" cy="30942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E7610706-DF34-272E-780D-3A37EEFF9EE6}"/>
              </a:ext>
            </a:extLst>
          </p:cNvPr>
          <p:cNvCxnSpPr>
            <a:cxnSpLocks/>
            <a:endCxn id="14" idx="3"/>
          </p:cNvCxnSpPr>
          <p:nvPr/>
        </p:nvCxnSpPr>
        <p:spPr>
          <a:xfrm rot="5400000">
            <a:off x="7679902" y="3385604"/>
            <a:ext cx="964947" cy="295039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CAA5F40F-9742-D83D-6867-7F9FE31673CB}"/>
              </a:ext>
            </a:extLst>
          </p:cNvPr>
          <p:cNvCxnSpPr>
            <a:cxnSpLocks/>
            <a:endCxn id="15" idx="3"/>
          </p:cNvCxnSpPr>
          <p:nvPr/>
        </p:nvCxnSpPr>
        <p:spPr>
          <a:xfrm rot="5400000">
            <a:off x="7446162" y="3588797"/>
            <a:ext cx="1418309" cy="31325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8061C39A-9E7A-F358-91DE-A36B64DE6D28}"/>
              </a:ext>
            </a:extLst>
          </p:cNvPr>
          <p:cNvCxnSpPr>
            <a:cxnSpLocks/>
            <a:endCxn id="16" idx="3"/>
          </p:cNvCxnSpPr>
          <p:nvPr/>
        </p:nvCxnSpPr>
        <p:spPr>
          <a:xfrm rot="5400000">
            <a:off x="7231698" y="3817644"/>
            <a:ext cx="1845193" cy="311205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84BBE006-D70F-D46F-C6A0-E3ADA57AD31E}"/>
              </a:ext>
            </a:extLst>
          </p:cNvPr>
          <p:cNvCxnSpPr>
            <a:cxnSpLocks/>
            <a:endCxn id="17" idx="3"/>
          </p:cNvCxnSpPr>
          <p:nvPr/>
        </p:nvCxnSpPr>
        <p:spPr>
          <a:xfrm rot="5400000">
            <a:off x="7012459" y="4036885"/>
            <a:ext cx="2283666" cy="311201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8CAD6D8-BF28-9496-ED28-0CA47DDCEB06}"/>
              </a:ext>
            </a:extLst>
          </p:cNvPr>
          <p:cNvCxnSpPr>
            <a:cxnSpLocks/>
            <a:endCxn id="18" idx="1"/>
          </p:cNvCxnSpPr>
          <p:nvPr/>
        </p:nvCxnSpPr>
        <p:spPr>
          <a:xfrm rot="16200000" flipH="1">
            <a:off x="9487378" y="3150178"/>
            <a:ext cx="495752" cy="29530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512EF359-9CF8-7285-6731-EA6F5CF8C06D}"/>
              </a:ext>
            </a:extLst>
          </p:cNvPr>
          <p:cNvCxnSpPr>
            <a:cxnSpLocks/>
            <a:endCxn id="19" idx="1"/>
          </p:cNvCxnSpPr>
          <p:nvPr/>
        </p:nvCxnSpPr>
        <p:spPr>
          <a:xfrm rot="16200000" flipH="1">
            <a:off x="9250518" y="3383207"/>
            <a:ext cx="965640" cy="29913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A77B6CC-A386-C1A5-1784-4C3BB6A224EE}"/>
              </a:ext>
            </a:extLst>
          </p:cNvPr>
          <p:cNvCxnSpPr>
            <a:cxnSpLocks/>
            <a:endCxn id="20" idx="1"/>
          </p:cNvCxnSpPr>
          <p:nvPr/>
        </p:nvCxnSpPr>
        <p:spPr>
          <a:xfrm rot="16200000" flipH="1">
            <a:off x="8956082" y="3690687"/>
            <a:ext cx="1556562" cy="29708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5C255803-5D5D-1ED8-F7E3-AE633B70EC8B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7986964" y="1461836"/>
            <a:ext cx="383672" cy="1524000"/>
          </a:xfrm>
          <a:prstGeom prst="bentConnector3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71896701-A0C5-1476-036B-57BA324DC0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16200000" flipH="1">
            <a:off x="9510964" y="1461836"/>
            <a:ext cx="383672" cy="152400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45C26079-BD76-6028-1216-8B867C3FFA3B}"/>
              </a:ext>
            </a:extLst>
          </p:cNvPr>
          <p:cNvSpPr/>
          <p:nvPr/>
        </p:nvSpPr>
        <p:spPr>
          <a:xfrm>
            <a:off x="5048568" y="6022460"/>
            <a:ext cx="1657928" cy="33178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Arch. Matching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37CCCB3-DD73-FA30-44DC-6620C6BB8665}"/>
              </a:ext>
            </a:extLst>
          </p:cNvPr>
          <p:cNvSpPr/>
          <p:nvPr/>
        </p:nvSpPr>
        <p:spPr>
          <a:xfrm>
            <a:off x="5048568" y="6435227"/>
            <a:ext cx="1657928" cy="33178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Arch. Approximate</a:t>
            </a:r>
          </a:p>
        </p:txBody>
      </p: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B93CE082-4C6D-0DA1-6F7B-7E0EC7D47E33}"/>
              </a:ext>
            </a:extLst>
          </p:cNvPr>
          <p:cNvCxnSpPr>
            <a:cxnSpLocks/>
            <a:stCxn id="17" idx="2"/>
            <a:endCxn id="55" idx="3"/>
          </p:cNvCxnSpPr>
          <p:nvPr/>
        </p:nvCxnSpPr>
        <p:spPr>
          <a:xfrm rot="5400000">
            <a:off x="6594041" y="5612665"/>
            <a:ext cx="688143" cy="463231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ABF34479-F8A4-AB75-FAEF-327188A4A3CE}"/>
              </a:ext>
            </a:extLst>
          </p:cNvPr>
          <p:cNvCxnSpPr>
            <a:cxnSpLocks/>
            <a:stCxn id="17" idx="2"/>
            <a:endCxn id="56" idx="3"/>
          </p:cNvCxnSpPr>
          <p:nvPr/>
        </p:nvCxnSpPr>
        <p:spPr>
          <a:xfrm rot="5400000">
            <a:off x="6387657" y="5819049"/>
            <a:ext cx="1100910" cy="463231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4" name="Rectangle 8193">
            <a:extLst>
              <a:ext uri="{FF2B5EF4-FFF2-40B4-BE49-F238E27FC236}">
                <a16:creationId xmlns:a16="http://schemas.microsoft.com/office/drawing/2014/main" id="{C4DA6070-DBC5-41D4-9C67-53444F0CB6A4}"/>
              </a:ext>
            </a:extLst>
          </p:cNvPr>
          <p:cNvSpPr/>
          <p:nvPr/>
        </p:nvSpPr>
        <p:spPr>
          <a:xfrm>
            <a:off x="2772564" y="6022460"/>
            <a:ext cx="1657928" cy="33178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Distribution Matching</a:t>
            </a:r>
          </a:p>
        </p:txBody>
      </p:sp>
      <p:sp>
        <p:nvSpPr>
          <p:cNvPr id="8195" name="Rectangle 8194">
            <a:extLst>
              <a:ext uri="{FF2B5EF4-FFF2-40B4-BE49-F238E27FC236}">
                <a16:creationId xmlns:a16="http://schemas.microsoft.com/office/drawing/2014/main" id="{FDF7F1AC-8A08-5837-3AC1-CF710BD52927}"/>
              </a:ext>
            </a:extLst>
          </p:cNvPr>
          <p:cNvSpPr/>
          <p:nvPr/>
        </p:nvSpPr>
        <p:spPr>
          <a:xfrm>
            <a:off x="2772564" y="6435227"/>
            <a:ext cx="1657928" cy="33178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Synthetic data</a:t>
            </a:r>
          </a:p>
        </p:txBody>
      </p:sp>
      <p:cxnSp>
        <p:nvCxnSpPr>
          <p:cNvPr id="8196" name="Elbow Connector 8195">
            <a:extLst>
              <a:ext uri="{FF2B5EF4-FFF2-40B4-BE49-F238E27FC236}">
                <a16:creationId xmlns:a16="http://schemas.microsoft.com/office/drawing/2014/main" id="{E6F2E0B2-4901-C6DE-1AD6-AA3037DB116D}"/>
              </a:ext>
            </a:extLst>
          </p:cNvPr>
          <p:cNvCxnSpPr>
            <a:cxnSpLocks/>
            <a:stCxn id="17" idx="1"/>
            <a:endCxn id="8194" idx="3"/>
          </p:cNvCxnSpPr>
          <p:nvPr/>
        </p:nvCxnSpPr>
        <p:spPr>
          <a:xfrm rot="10800000" flipV="1">
            <a:off x="4430493" y="5334318"/>
            <a:ext cx="1910271" cy="854034"/>
          </a:xfrm>
          <a:prstGeom prst="bentConnector3">
            <a:avLst>
              <a:gd name="adj1" fmla="val 75143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7" name="Elbow Connector 8196">
            <a:extLst>
              <a:ext uri="{FF2B5EF4-FFF2-40B4-BE49-F238E27FC236}">
                <a16:creationId xmlns:a16="http://schemas.microsoft.com/office/drawing/2014/main" id="{BC6D32F4-9478-A46F-D534-E79CCAFF67AB}"/>
              </a:ext>
            </a:extLst>
          </p:cNvPr>
          <p:cNvCxnSpPr>
            <a:cxnSpLocks/>
            <a:stCxn id="17" idx="1"/>
            <a:endCxn id="8195" idx="3"/>
          </p:cNvCxnSpPr>
          <p:nvPr/>
        </p:nvCxnSpPr>
        <p:spPr>
          <a:xfrm rot="10800000" flipV="1">
            <a:off x="4430493" y="5334317"/>
            <a:ext cx="1910271" cy="1266801"/>
          </a:xfrm>
          <a:prstGeom prst="bentConnector3">
            <a:avLst>
              <a:gd name="adj1" fmla="val 75143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DE57EDBC-F3CE-09CF-BBCF-752E84859CEA}"/>
              </a:ext>
            </a:extLst>
          </p:cNvPr>
          <p:cNvSpPr/>
          <p:nvPr/>
        </p:nvSpPr>
        <p:spPr>
          <a:xfrm>
            <a:off x="2756401" y="5609693"/>
            <a:ext cx="1657928" cy="33178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Cross-Domain</a:t>
            </a:r>
          </a:p>
        </p:txBody>
      </p:sp>
      <p:cxnSp>
        <p:nvCxnSpPr>
          <p:cNvPr id="8206" name="Elbow Connector 8205">
            <a:extLst>
              <a:ext uri="{FF2B5EF4-FFF2-40B4-BE49-F238E27FC236}">
                <a16:creationId xmlns:a16="http://schemas.microsoft.com/office/drawing/2014/main" id="{7ECBE26E-C531-B1D0-D770-831D1564A6C9}"/>
              </a:ext>
            </a:extLst>
          </p:cNvPr>
          <p:cNvCxnSpPr>
            <a:cxnSpLocks/>
            <a:stCxn id="17" idx="1"/>
            <a:endCxn id="8205" idx="3"/>
          </p:cNvCxnSpPr>
          <p:nvPr/>
        </p:nvCxnSpPr>
        <p:spPr>
          <a:xfrm rot="10800000" flipV="1">
            <a:off x="4414329" y="5334317"/>
            <a:ext cx="1926434" cy="441267"/>
          </a:xfrm>
          <a:prstGeom prst="bentConnector3">
            <a:avLst>
              <a:gd name="adj1" fmla="val 73973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658800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F7CBF-89F2-5838-ADD9-A5DAD5425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A486A7-7D96-FE4C-1D62-3D3EEF43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Working Methodology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DAB86D-21A8-DF4F-F3CE-6189BD7750FC}"/>
              </a:ext>
            </a:extLst>
          </p:cNvPr>
          <p:cNvSpPr txBox="1"/>
          <p:nvPr/>
        </p:nvSpPr>
        <p:spPr>
          <a:xfrm>
            <a:off x="11721737" y="6488668"/>
            <a:ext cx="75764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1E419B"/>
                </a:solidFill>
                <a:latin typeface="Century Gothic"/>
                <a:ea typeface="Century Gothic" charset="0"/>
                <a:cs typeface="Century Gothic" charset="0"/>
              </a:rPr>
              <a:t>17</a:t>
            </a:r>
            <a:endParaRPr lang="en-US" sz="1800" b="0" i="0" u="none" strike="noStrike" kern="1200" cap="none" spc="0" normalizeH="0" baseline="0" noProof="0" dirty="0">
              <a:ln>
                <a:noFill/>
              </a:ln>
              <a:solidFill>
                <a:srgbClr val="1E419B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227" name="Content Placeholder 1">
            <a:extLst>
              <a:ext uri="{FF2B5EF4-FFF2-40B4-BE49-F238E27FC236}">
                <a16:creationId xmlns:a16="http://schemas.microsoft.com/office/drawing/2014/main" id="{55ECDB51-0D49-8AE7-4173-FACAF5FA3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05" y="1603466"/>
            <a:ext cx="6680029" cy="435133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Shadow dataset creation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Shadow model training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/>
              <a:t>5 shadows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/>
              <a:t>5 epochs per shadow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Feature Extraction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/>
              <a:t>Using victim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Attack dataset creation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Attack model training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Evaluate on victim model</a:t>
            </a:r>
          </a:p>
        </p:txBody>
      </p:sp>
      <p:pic>
        <p:nvPicPr>
          <p:cNvPr id="7" name="Picture 6" descr="A diagram of a training data&#10;&#10;Description automatically generated">
            <a:extLst>
              <a:ext uri="{FF2B5EF4-FFF2-40B4-BE49-F238E27FC236}">
                <a16:creationId xmlns:a16="http://schemas.microsoft.com/office/drawing/2014/main" id="{D97FB4A5-B2F5-AD05-38DB-CF043D884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795" y="1437061"/>
            <a:ext cx="7772400" cy="398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4464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71A9A-886E-3FA4-F41B-AA3045711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BCB5EC-9769-353F-FA34-2B58FCC0D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Novelty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3CAC59-AC5C-877D-9272-E863F4D40B2B}"/>
              </a:ext>
            </a:extLst>
          </p:cNvPr>
          <p:cNvSpPr txBox="1"/>
          <p:nvPr/>
        </p:nvSpPr>
        <p:spPr>
          <a:xfrm>
            <a:off x="11721737" y="6488668"/>
            <a:ext cx="75764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1E419B"/>
                </a:solidFill>
                <a:latin typeface="Century Gothic"/>
                <a:ea typeface="Century Gothic" charset="0"/>
                <a:cs typeface="Century Gothic" charset="0"/>
              </a:rPr>
              <a:t>18</a:t>
            </a:r>
            <a:endParaRPr lang="en-US" sz="1800" b="0" i="0" u="none" strike="noStrike" kern="1200" cap="none" spc="0" normalizeH="0" baseline="0" noProof="0" dirty="0">
              <a:ln>
                <a:noFill/>
              </a:ln>
              <a:solidFill>
                <a:srgbClr val="1E419B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227" name="Content Placeholder 1">
            <a:extLst>
              <a:ext uri="{FF2B5EF4-FFF2-40B4-BE49-F238E27FC236}">
                <a16:creationId xmlns:a16="http://schemas.microsoft.com/office/drawing/2014/main" id="{4E4DCA38-1A36-D39E-AEFB-0EC86378D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05" y="1253330"/>
            <a:ext cx="5912195" cy="5235337"/>
          </a:xfrm>
        </p:spPr>
        <p:txBody>
          <a:bodyPr/>
          <a:lstStyle/>
          <a:p>
            <a:pPr marL="0" indent="0">
              <a:buNone/>
            </a:pPr>
            <a:r>
              <a:rPr lang="en-US" sz="2000" b="1"/>
              <a:t>Loss Criterion</a:t>
            </a:r>
          </a:p>
          <a:p>
            <a:r>
              <a:rPr lang="en-US" sz="2000"/>
              <a:t>Noisy Label Cross-Entropy for Shadow training</a:t>
            </a:r>
          </a:p>
          <a:p>
            <a:pPr lvl="1"/>
            <a:r>
              <a:rPr lang="en-US" sz="1600"/>
              <a:t>Allows for misclassification</a:t>
            </a:r>
          </a:p>
          <a:p>
            <a:r>
              <a:rPr lang="en-US" sz="2000"/>
              <a:t>Focal Loss for Shadow training (rejected)</a:t>
            </a:r>
          </a:p>
          <a:p>
            <a:endParaRPr lang="en-US" sz="2000"/>
          </a:p>
          <a:p>
            <a:pPr marL="0" indent="0">
              <a:buNone/>
            </a:pPr>
            <a:r>
              <a:rPr lang="en-US" sz="2000" b="1"/>
              <a:t>Multi-phase Optimization</a:t>
            </a:r>
          </a:p>
          <a:p>
            <a:r>
              <a:rPr lang="en-US" sz="2000" err="1"/>
              <a:t>AdamW</a:t>
            </a:r>
            <a:r>
              <a:rPr lang="en-US" sz="2000"/>
              <a:t> followed by LBFGS</a:t>
            </a:r>
          </a:p>
          <a:p>
            <a:endParaRPr lang="en-US" sz="2000"/>
          </a:p>
          <a:p>
            <a:pPr marL="0" indent="0">
              <a:buNone/>
            </a:pPr>
            <a:r>
              <a:rPr lang="en-US" sz="2000" b="1"/>
              <a:t>Model Selection</a:t>
            </a:r>
          </a:p>
          <a:p>
            <a:r>
              <a:rPr lang="en-US" sz="2000"/>
              <a:t>Random Forest </a:t>
            </a:r>
          </a:p>
          <a:p>
            <a:r>
              <a:rPr lang="en-US" sz="2000"/>
              <a:t>MLP (</a:t>
            </a:r>
            <a:r>
              <a:rPr lang="en-US" sz="2000" err="1"/>
              <a:t>LayerNorm</a:t>
            </a:r>
            <a:r>
              <a:rPr lang="en-US" sz="2000"/>
              <a:t> + </a:t>
            </a:r>
            <a:r>
              <a:rPr lang="en-US" sz="2000" err="1"/>
              <a:t>LeakyRelu</a:t>
            </a:r>
            <a:r>
              <a:rPr lang="en-US" sz="2000"/>
              <a:t> + Dropout)</a:t>
            </a:r>
          </a:p>
          <a:p>
            <a:r>
              <a:rPr lang="en-US" sz="2000" err="1"/>
              <a:t>XGBoost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B2F84D-1B8C-70CA-56B1-4604C630A163}"/>
              </a:ext>
            </a:extLst>
          </p:cNvPr>
          <p:cNvSpPr txBox="1">
            <a:spLocks/>
          </p:cNvSpPr>
          <p:nvPr/>
        </p:nvSpPr>
        <p:spPr>
          <a:xfrm>
            <a:off x="6096000" y="1253331"/>
            <a:ext cx="5912195" cy="52353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/>
              <a:t>Feature Extraction</a:t>
            </a:r>
          </a:p>
          <a:p>
            <a:r>
              <a:rPr lang="en-US" sz="2000"/>
              <a:t>Confidence-based features</a:t>
            </a:r>
          </a:p>
          <a:p>
            <a:pPr lvl="1"/>
            <a:r>
              <a:rPr lang="en-US" sz="1600"/>
              <a:t>Confidence</a:t>
            </a:r>
          </a:p>
          <a:p>
            <a:pPr lvl="1"/>
            <a:r>
              <a:rPr lang="en-US" sz="1600"/>
              <a:t>Margin (Top-1 – Top-2)</a:t>
            </a:r>
          </a:p>
          <a:p>
            <a:pPr lvl="1"/>
            <a:r>
              <a:rPr lang="en-US" sz="1600"/>
              <a:t>Logit Margin</a:t>
            </a:r>
          </a:p>
          <a:p>
            <a:pPr lvl="1"/>
            <a:r>
              <a:rPr lang="en-US" sz="1600"/>
              <a:t>Logit Norm</a:t>
            </a:r>
          </a:p>
          <a:p>
            <a:pPr lvl="1"/>
            <a:r>
              <a:rPr lang="en-US" sz="1600"/>
              <a:t>correctness</a:t>
            </a:r>
          </a:p>
          <a:p>
            <a:r>
              <a:rPr lang="en-US" sz="2000"/>
              <a:t>Loss-based features</a:t>
            </a:r>
          </a:p>
          <a:p>
            <a:pPr lvl="1"/>
            <a:r>
              <a:rPr lang="en-US" sz="1600"/>
              <a:t>Loss</a:t>
            </a:r>
          </a:p>
          <a:p>
            <a:r>
              <a:rPr lang="en-US" sz="2000"/>
              <a:t>Distribution-based</a:t>
            </a:r>
          </a:p>
          <a:p>
            <a:pPr lvl="1"/>
            <a:r>
              <a:rPr lang="en-US" sz="1600"/>
              <a:t>Entropy</a:t>
            </a:r>
          </a:p>
          <a:p>
            <a:pPr lvl="1"/>
            <a:r>
              <a:rPr lang="en-US" sz="1600"/>
              <a:t>Class Norm</a:t>
            </a:r>
          </a:p>
        </p:txBody>
      </p:sp>
    </p:spTree>
    <p:extLst>
      <p:ext uri="{BB962C8B-B14F-4D97-AF65-F5344CB8AC3E}">
        <p14:creationId xmlns:p14="http://schemas.microsoft.com/office/powerpoint/2010/main" val="1715746872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C2098-B6C4-3555-F741-4416723EF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02017F-3328-BEBF-3975-FD75864EA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CD44E-F722-188E-D77E-B78F8D1E550E}"/>
              </a:ext>
            </a:extLst>
          </p:cNvPr>
          <p:cNvSpPr txBox="1"/>
          <p:nvPr/>
        </p:nvSpPr>
        <p:spPr>
          <a:xfrm>
            <a:off x="11721737" y="6488668"/>
            <a:ext cx="75764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1E419B"/>
                </a:solidFill>
                <a:latin typeface="Century Gothic"/>
                <a:ea typeface="Century Gothic" charset="0"/>
                <a:cs typeface="Century Gothic" charset="0"/>
              </a:rPr>
              <a:t>19</a:t>
            </a:r>
            <a:endParaRPr lang="en-US" sz="1800" b="0" i="0" u="none" strike="noStrike" kern="1200" cap="none" spc="0" normalizeH="0" baseline="0" noProof="0" dirty="0">
              <a:ln>
                <a:noFill/>
              </a:ln>
              <a:solidFill>
                <a:srgbClr val="1E419B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227" name="Content Placeholder 1">
            <a:extLst>
              <a:ext uri="{FF2B5EF4-FFF2-40B4-BE49-F238E27FC236}">
                <a16:creationId xmlns:a16="http://schemas.microsoft.com/office/drawing/2014/main" id="{89CC66E2-AD7F-2255-E026-6BAFBC5D1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05" y="1253330"/>
            <a:ext cx="5912195" cy="5235337"/>
          </a:xfrm>
        </p:spPr>
        <p:txBody>
          <a:bodyPr/>
          <a:lstStyle/>
          <a:p>
            <a:pPr marL="0" indent="0">
              <a:buNone/>
            </a:pPr>
            <a:r>
              <a:rPr lang="en-US" sz="2000" b="1"/>
              <a:t>Best Model </a:t>
            </a:r>
            <a:r>
              <a:rPr lang="en-US" sz="2000" b="1" err="1"/>
              <a:t>Cofiguration</a:t>
            </a:r>
            <a:endParaRPr lang="en-US" sz="2000" b="1"/>
          </a:p>
          <a:p>
            <a:r>
              <a:rPr lang="en-US" sz="2000"/>
              <a:t>5  shadow models</a:t>
            </a:r>
          </a:p>
          <a:p>
            <a:r>
              <a:rPr lang="en-US" sz="2000"/>
              <a:t>Noisy Label CE (noise = 0.2)</a:t>
            </a:r>
          </a:p>
          <a:p>
            <a:r>
              <a:rPr lang="en-US" sz="2000"/>
              <a:t>Attack MLP model</a:t>
            </a:r>
          </a:p>
          <a:p>
            <a:pPr lvl="1"/>
            <a:r>
              <a:rPr lang="en-US" sz="1600"/>
              <a:t>3 layers</a:t>
            </a:r>
          </a:p>
          <a:p>
            <a:pPr lvl="1"/>
            <a:r>
              <a:rPr lang="en-US" sz="1600"/>
              <a:t>Layer Norm</a:t>
            </a:r>
          </a:p>
          <a:p>
            <a:pPr lvl="1"/>
            <a:r>
              <a:rPr lang="en-US" sz="1600"/>
              <a:t>Leaky </a:t>
            </a:r>
            <a:r>
              <a:rPr lang="en-US" sz="1600" err="1"/>
              <a:t>ReLU</a:t>
            </a:r>
            <a:endParaRPr lang="en-US" sz="1600"/>
          </a:p>
          <a:p>
            <a:pPr lvl="1"/>
            <a:r>
              <a:rPr lang="en-US" sz="1600"/>
              <a:t>Dropout regularization</a:t>
            </a:r>
          </a:p>
          <a:p>
            <a:pPr marL="457200" lvl="1" indent="0">
              <a:buNone/>
            </a:pPr>
            <a:endParaRPr lang="en-US" sz="1600"/>
          </a:p>
          <a:p>
            <a:pPr lvl="1"/>
            <a:endParaRPr lang="en-US" sz="1600"/>
          </a:p>
          <a:p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F11E43-C96A-30BF-95D0-CBAFDD3BCB64}"/>
              </a:ext>
            </a:extLst>
          </p:cNvPr>
          <p:cNvSpPr txBox="1">
            <a:spLocks/>
          </p:cNvSpPr>
          <p:nvPr/>
        </p:nvSpPr>
        <p:spPr>
          <a:xfrm>
            <a:off x="6096000" y="1253331"/>
            <a:ext cx="5912195" cy="52353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590A23C-4573-975C-C813-2B353212E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800" y="1253329"/>
            <a:ext cx="5186838" cy="4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DA161B-935F-0E74-C3E0-99E1F9E9D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539716"/>
              </p:ext>
            </p:extLst>
          </p:nvPr>
        </p:nvGraphicFramePr>
        <p:xfrm>
          <a:off x="804362" y="4249901"/>
          <a:ext cx="4226032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016">
                  <a:extLst>
                    <a:ext uri="{9D8B030D-6E8A-4147-A177-3AD203B41FA5}">
                      <a16:colId xmlns:a16="http://schemas.microsoft.com/office/drawing/2014/main" val="3311586168"/>
                    </a:ext>
                  </a:extLst>
                </a:gridCol>
                <a:gridCol w="2113016">
                  <a:extLst>
                    <a:ext uri="{9D8B030D-6E8A-4147-A177-3AD203B41FA5}">
                      <a16:colId xmlns:a16="http://schemas.microsoft.com/office/drawing/2014/main" val="3956517308"/>
                    </a:ext>
                  </a:extLst>
                </a:gridCol>
              </a:tblGrid>
              <a:tr h="263783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072583"/>
                  </a:ext>
                </a:extLst>
              </a:tr>
              <a:tr h="19783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/>
                          </a:solidFill>
                        </a:rPr>
                        <a:t>ROC_AUC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/>
                          </a:solidFill>
                        </a:rPr>
                        <a:t>0.5312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322986"/>
                  </a:ext>
                </a:extLst>
              </a:tr>
              <a:tr h="19783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/>
                          </a:solidFill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/>
                          </a:solidFill>
                        </a:rPr>
                        <a:t>0.2188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04020"/>
                  </a:ext>
                </a:extLst>
              </a:tr>
              <a:tr h="19783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/>
                          </a:solidFill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/>
                          </a:solidFill>
                        </a:rPr>
                        <a:t>0.734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457196"/>
                  </a:ext>
                </a:extLst>
              </a:tr>
              <a:tr h="19783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/>
                          </a:solidFill>
                        </a:rP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/>
                          </a:solidFill>
                        </a:rPr>
                        <a:t>0.3329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340291"/>
                  </a:ext>
                </a:extLst>
              </a:tr>
              <a:tr h="19783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/>
                          </a:solidFill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/>
                          </a:solidFill>
                        </a:rPr>
                        <a:t>0.381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254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0443576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F2DD1-56ED-4585-20D1-E06973C59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FA5F84-4A70-8E7D-DB75-6F363A090392}"/>
              </a:ext>
            </a:extLst>
          </p:cNvPr>
          <p:cNvSpPr/>
          <p:nvPr/>
        </p:nvSpPr>
        <p:spPr>
          <a:xfrm>
            <a:off x="3997569" y="1160585"/>
            <a:ext cx="8194431" cy="4736124"/>
          </a:xfrm>
          <a:prstGeom prst="rect">
            <a:avLst/>
          </a:prstGeom>
          <a:solidFill>
            <a:srgbClr val="1E41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85F4EA-CA17-FE64-2749-883BD8D74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7074" y="3189995"/>
            <a:ext cx="6623538" cy="982103"/>
          </a:xfrm>
        </p:spPr>
        <p:txBody>
          <a:bodyPr/>
          <a:lstStyle/>
          <a:p>
            <a:pPr marL="0" indent="0">
              <a:buNone/>
            </a:pPr>
            <a:r>
              <a:rPr lang="en-US" sz="4000" b="1">
                <a:solidFill>
                  <a:schemeClr val="bg1"/>
                </a:solidFill>
                <a:latin typeface="Gill Sans MT" panose="020B0502020104020203" pitchFamily="34" charset="77"/>
              </a:rPr>
              <a:t>Future Plans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73503AED-6ACA-EEE0-D98C-2254659869B1}"/>
              </a:ext>
            </a:extLst>
          </p:cNvPr>
          <p:cNvSpPr txBox="1">
            <a:spLocks/>
          </p:cNvSpPr>
          <p:nvPr/>
        </p:nvSpPr>
        <p:spPr>
          <a:xfrm>
            <a:off x="740400" y="3189995"/>
            <a:ext cx="3909646" cy="4780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539A6"/>
                </a:solidFill>
                <a:latin typeface="Century Gothic" charset="0"/>
                <a:ea typeface="Century Gothic" charset="0"/>
                <a:cs typeface="Century Gothic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0539A6"/>
                </a:solidFill>
                <a:effectLst/>
                <a:uLnTx/>
                <a:uFillTx/>
                <a:latin typeface="Britannic Bold" panose="020B0903060703020204" pitchFamily="34" charset="77"/>
              </a:rPr>
              <a:t>Section 4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E146DC6-61BE-FE89-45D5-4134242D1B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420268"/>
              </p:ext>
            </p:extLst>
          </p:nvPr>
        </p:nvGraphicFramePr>
        <p:xfrm>
          <a:off x="147782" y="6567055"/>
          <a:ext cx="11896435" cy="212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2412433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65331-4B3A-8E84-5BA9-ED8CBEB42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91C5E0-713C-BDCC-6313-EC8969404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Plans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A31D3A-D353-37D0-3812-6ECA87E96E09}"/>
              </a:ext>
            </a:extLst>
          </p:cNvPr>
          <p:cNvSpPr txBox="1"/>
          <p:nvPr/>
        </p:nvSpPr>
        <p:spPr>
          <a:xfrm>
            <a:off x="11721737" y="6488668"/>
            <a:ext cx="75764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1E419B"/>
                </a:solidFill>
                <a:latin typeface="Century Gothic"/>
                <a:ea typeface="Century Gothic" charset="0"/>
                <a:cs typeface="Century Gothic" charset="0"/>
              </a:rPr>
              <a:t>20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E419B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227" name="Content Placeholder 1">
            <a:extLst>
              <a:ext uri="{FF2B5EF4-FFF2-40B4-BE49-F238E27FC236}">
                <a16:creationId xmlns:a16="http://schemas.microsoft.com/office/drawing/2014/main" id="{24C609D8-3D22-AE8E-3EEA-7353A0A7D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62" y="1370039"/>
            <a:ext cx="10515600" cy="4351338"/>
          </a:xfrm>
        </p:spPr>
        <p:txBody>
          <a:bodyPr/>
          <a:lstStyle/>
          <a:p>
            <a:r>
              <a:rPr lang="en-US"/>
              <a:t>Cross-attention based features</a:t>
            </a:r>
          </a:p>
          <a:p>
            <a:r>
              <a:rPr lang="en-US"/>
              <a:t>GAN-based MIA</a:t>
            </a:r>
          </a:p>
          <a:p>
            <a:r>
              <a:rPr lang="en-US"/>
              <a:t>No-data MIA</a:t>
            </a:r>
          </a:p>
        </p:txBody>
      </p:sp>
    </p:spTree>
    <p:extLst>
      <p:ext uri="{BB962C8B-B14F-4D97-AF65-F5344CB8AC3E}">
        <p14:creationId xmlns:p14="http://schemas.microsoft.com/office/powerpoint/2010/main" val="410852747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A7BA1-F6A5-33D5-746B-29D85D7ED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20459E7-4A5E-851E-0F79-BC518185DEE7}"/>
              </a:ext>
            </a:extLst>
          </p:cNvPr>
          <p:cNvSpPr/>
          <p:nvPr/>
        </p:nvSpPr>
        <p:spPr>
          <a:xfrm>
            <a:off x="3997569" y="1160585"/>
            <a:ext cx="8194431" cy="4736124"/>
          </a:xfrm>
          <a:prstGeom prst="rect">
            <a:avLst/>
          </a:prstGeom>
          <a:solidFill>
            <a:srgbClr val="1E41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9891F1-896B-C293-6138-DF8D1CB72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7074" y="3189995"/>
            <a:ext cx="6623538" cy="982103"/>
          </a:xfrm>
        </p:spPr>
        <p:txBody>
          <a:bodyPr/>
          <a:lstStyle/>
          <a:p>
            <a:pPr marL="0" indent="0">
              <a:buNone/>
            </a:pPr>
            <a:r>
              <a:rPr lang="en-US" sz="4000" b="1">
                <a:solidFill>
                  <a:schemeClr val="bg1"/>
                </a:solidFill>
                <a:latin typeface="Gill Sans MT" panose="020B0502020104020203" pitchFamily="34" charset="77"/>
              </a:rPr>
              <a:t>Questions?</a:t>
            </a:r>
          </a:p>
        </p:txBody>
      </p:sp>
      <p:pic>
        <p:nvPicPr>
          <p:cNvPr id="3" name="Graphic 63" descr="Questions">
            <a:extLst>
              <a:ext uri="{FF2B5EF4-FFF2-40B4-BE49-F238E27FC236}">
                <a16:creationId xmlns:a16="http://schemas.microsoft.com/office/drawing/2014/main" id="{9B1DBB3E-7E92-B041-3820-C06A661D5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063" y="2010270"/>
            <a:ext cx="3036753" cy="303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83755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1_Office Theme">
  <a:themeElements>
    <a:clrScheme name="Custom 3">
      <a:dk1>
        <a:srgbClr val="BBE4FF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dirty="0" smtClean="0">
            <a:latin typeface="Century Gothic" charset="0"/>
            <a:ea typeface="Century Gothic" charset="0"/>
            <a:cs typeface="Century Gothic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BID_Presentation" id="{C5A9B23F-37AC-DE43-9A7C-72D93C41A37D}" vid="{58D499FA-31AB-3D48-9184-204D368843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26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1_Office Theme</vt:lpstr>
      <vt:lpstr>PowerPoint Presentation</vt:lpstr>
      <vt:lpstr>Outline </vt:lpstr>
      <vt:lpstr>PowerPoint Presentation</vt:lpstr>
      <vt:lpstr>Seed-based Deanonymization</vt:lpstr>
      <vt:lpstr>Results on Validation</vt:lpstr>
      <vt:lpstr>Ablation</vt:lpstr>
      <vt:lpstr>Ablation</vt:lpstr>
      <vt:lpstr>Seed-free Deanonymization</vt:lpstr>
      <vt:lpstr>Results on Validation</vt:lpstr>
      <vt:lpstr>PowerPoint Presentation</vt:lpstr>
      <vt:lpstr>Introduction</vt:lpstr>
      <vt:lpstr>Seed based/free Deanonymization Method </vt:lpstr>
      <vt:lpstr>Propagation Method(1) </vt:lpstr>
      <vt:lpstr>Propagation Method(2) </vt:lpstr>
      <vt:lpstr>Propagation Method(3) </vt:lpstr>
      <vt:lpstr>Ablation Results on Validation Datasets(1) </vt:lpstr>
      <vt:lpstr>Ablation Results on Validation Datasets(2) </vt:lpstr>
      <vt:lpstr>PowerPoint Presentation</vt:lpstr>
      <vt:lpstr>What is Membership Inference Attack?</vt:lpstr>
      <vt:lpstr>Problem Setting</vt:lpstr>
      <vt:lpstr>Working Methodology </vt:lpstr>
      <vt:lpstr>Novelty</vt:lpstr>
      <vt:lpstr>Results</vt:lpstr>
      <vt:lpstr>PowerPoint Presentation</vt:lpstr>
      <vt:lpstr>Future Plans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 Sathia</dc:creator>
  <cp:revision>106</cp:revision>
  <dcterms:created xsi:type="dcterms:W3CDTF">2025-04-08T21:17:35Z</dcterms:created>
  <dcterms:modified xsi:type="dcterms:W3CDTF">2025-12-04T06:22:43Z</dcterms:modified>
</cp:coreProperties>
</file>